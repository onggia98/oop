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024">
          <p15:clr>
            <a:srgbClr val="000000"/>
          </p15:clr>
        </p15:guide>
        <p15:guide id="2" pos="2304">
          <p15:clr>
            <a:srgbClr val="000000"/>
          </p15:clr>
        </p15:guide>
      </p15:notesGuideLst>
    </p:ext>
    <p:ext uri="http://customooxmlschemas.google.com/">
      <go:slidesCustomData xmlns:go="http://customooxmlschemas.google.com/" r:id="rId33" roundtripDataSignature="AMtx7mjebWmi37FodpuyuFUREhUCzmjI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590975B9-0B4B-4B55-B68D-28E71F0B1783}">
  <a:tblStyle styleId="{590975B9-0B4B-4B55-B68D-28E71F0B178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024" orient="horz"/>
        <p:guide pos="2304"/>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169920" cy="480060"/>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Clr>
                <a:schemeClr val="dk1"/>
              </a:buClr>
              <a:buSzPts val="1300"/>
              <a:buFont typeface="Noto Sans Symbols"/>
              <a:buNone/>
              <a:defRPr b="0" i="0" sz="1300" u="none" cap="none" strike="noStrike">
                <a:solidFill>
                  <a:schemeClr val="dk1"/>
                </a:solidFill>
                <a:latin typeface="Arial"/>
                <a:ea typeface="Arial"/>
                <a:cs typeface="Arial"/>
                <a:sym typeface="Arial"/>
              </a:defRPr>
            </a:lvl1pPr>
            <a:lvl2pPr lvl="1"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2pPr>
            <a:lvl3pPr lvl="2"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3pPr>
            <a:lvl4pPr lvl="3"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4pPr>
            <a:lvl5pPr lvl="4"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587" y="1"/>
            <a:ext cx="3169920" cy="480060"/>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Clr>
                <a:schemeClr val="dk1"/>
              </a:buClr>
              <a:buSzPts val="1300"/>
              <a:buFont typeface="Noto Sans Symbols"/>
              <a:buNone/>
              <a:defRPr b="0" i="0" sz="1300" u="none" cap="none" strike="noStrike">
                <a:solidFill>
                  <a:schemeClr val="dk1"/>
                </a:solidFill>
                <a:latin typeface="Arial"/>
                <a:ea typeface="Arial"/>
                <a:cs typeface="Arial"/>
                <a:sym typeface="Arial"/>
              </a:defRPr>
            </a:lvl1pPr>
            <a:lvl2pPr lvl="1"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2pPr>
            <a:lvl3pPr lvl="2"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3pPr>
            <a:lvl4pPr lvl="3"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4pPr>
            <a:lvl5pPr lvl="4"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520" y="4560571"/>
            <a:ext cx="5852160" cy="4320540"/>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9119474"/>
            <a:ext cx="3169920" cy="480060"/>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Clr>
                <a:schemeClr val="dk1"/>
              </a:buClr>
              <a:buSzPts val="1300"/>
              <a:buFont typeface="Noto Sans Symbols"/>
              <a:buNone/>
              <a:defRPr b="0" i="0" sz="1300" u="none" cap="none" strike="noStrike">
                <a:solidFill>
                  <a:schemeClr val="dk1"/>
                </a:solidFill>
                <a:latin typeface="Arial"/>
                <a:ea typeface="Arial"/>
                <a:cs typeface="Arial"/>
                <a:sym typeface="Arial"/>
              </a:defRPr>
            </a:lvl1pPr>
            <a:lvl2pPr lvl="1"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2pPr>
            <a:lvl3pPr lvl="2"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3pPr>
            <a:lvl4pPr lvl="3"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4pPr>
            <a:lvl5pPr lvl="4"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Clr>
                <a:schemeClr val="dk1"/>
              </a:buClr>
              <a:buSzPts val="1300"/>
              <a:buFont typeface="Noto Sans Symbols"/>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4" name="Shape 64"/>
        <p:cNvGrpSpPr/>
        <p:nvPr/>
      </p:nvGrpSpPr>
      <p:grpSpPr>
        <a:xfrm>
          <a:off x="0" y="0"/>
          <a:ext cx="0" cy="0"/>
          <a:chOff x="0" y="0"/>
          <a:chExt cx="0" cy="0"/>
        </a:xfrm>
      </p:grpSpPr>
      <p:sp>
        <p:nvSpPr>
          <p:cNvPr id="65" name="Google Shape;65;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6" name="Google Shape;66;p1:notes"/>
          <p:cNvSpPr txBox="1"/>
          <p:nvPr>
            <p:ph idx="1" type="body"/>
          </p:nvPr>
        </p:nvSpPr>
        <p:spPr>
          <a:xfrm>
            <a:off x="731520"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67" name="Google Shape;67;p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2" name="Shape 72"/>
        <p:cNvGrpSpPr/>
        <p:nvPr/>
      </p:nvGrpSpPr>
      <p:grpSpPr>
        <a:xfrm>
          <a:off x="0" y="0"/>
          <a:ext cx="0" cy="0"/>
          <a:chOff x="0" y="0"/>
          <a:chExt cx="0" cy="0"/>
        </a:xfrm>
      </p:grpSpPr>
      <p:sp>
        <p:nvSpPr>
          <p:cNvPr id="73" name="Google Shape;73;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4" name="Google Shape;74;p2:notes"/>
          <p:cNvSpPr txBox="1"/>
          <p:nvPr>
            <p:ph idx="1" type="body"/>
          </p:nvPr>
        </p:nvSpPr>
        <p:spPr>
          <a:xfrm>
            <a:off x="731520"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75" name="Google Shape;75;p2: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 name="Shape 81"/>
        <p:cNvGrpSpPr/>
        <p:nvPr/>
      </p:nvGrpSpPr>
      <p:grpSpPr>
        <a:xfrm>
          <a:off x="0" y="0"/>
          <a:ext cx="0" cy="0"/>
          <a:chOff x="0" y="0"/>
          <a:chExt cx="0" cy="0"/>
        </a:xfrm>
      </p:grpSpPr>
      <p:sp>
        <p:nvSpPr>
          <p:cNvPr id="82" name="Google Shape;82;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3" name="Google Shape;83;p3:notes"/>
          <p:cNvSpPr txBox="1"/>
          <p:nvPr>
            <p:ph idx="1" type="body"/>
          </p:nvPr>
        </p:nvSpPr>
        <p:spPr>
          <a:xfrm>
            <a:off x="731520"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84" name="Google Shape;84;p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92" name="Google Shape;92;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05" name="Google Shape;105;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15" name="Google Shape;115;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23" name="Google Shape;123;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2" name="Shape 132"/>
        <p:cNvGrpSpPr/>
        <p:nvPr/>
      </p:nvGrpSpPr>
      <p:grpSpPr>
        <a:xfrm>
          <a:off x="0" y="0"/>
          <a:ext cx="0" cy="0"/>
          <a:chOff x="0" y="0"/>
          <a:chExt cx="0" cy="0"/>
        </a:xfrm>
      </p:grpSpPr>
      <p:sp>
        <p:nvSpPr>
          <p:cNvPr id="133" name="Google Shape;133;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 name="Google Shape;134;p8:notes"/>
          <p:cNvSpPr txBox="1"/>
          <p:nvPr>
            <p:ph idx="1" type="body"/>
          </p:nvPr>
        </p:nvSpPr>
        <p:spPr>
          <a:xfrm>
            <a:off x="731520"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135" name="Google Shape;135;p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43" name="Google Shape;143;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54" name="Google Shape;154;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62" name="Google Shape;162;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73" name="Google Shape;173;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0" name="Shape 180"/>
        <p:cNvGrpSpPr/>
        <p:nvPr/>
      </p:nvGrpSpPr>
      <p:grpSpPr>
        <a:xfrm>
          <a:off x="0" y="0"/>
          <a:ext cx="0" cy="0"/>
          <a:chOff x="0" y="0"/>
          <a:chExt cx="0" cy="0"/>
        </a:xfrm>
      </p:grpSpPr>
      <p:sp>
        <p:nvSpPr>
          <p:cNvPr id="181" name="Google Shape;181;p13: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82" name="Google Shape;182;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1" name="Shape 191"/>
        <p:cNvGrpSpPr/>
        <p:nvPr/>
      </p:nvGrpSpPr>
      <p:grpSpPr>
        <a:xfrm>
          <a:off x="0" y="0"/>
          <a:ext cx="0" cy="0"/>
          <a:chOff x="0" y="0"/>
          <a:chExt cx="0" cy="0"/>
        </a:xfrm>
      </p:grpSpPr>
      <p:sp>
        <p:nvSpPr>
          <p:cNvPr id="192" name="Google Shape;192;p14: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93" name="Google Shape;193;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0" name="Shape 200"/>
        <p:cNvGrpSpPr/>
        <p:nvPr/>
      </p:nvGrpSpPr>
      <p:grpSpPr>
        <a:xfrm>
          <a:off x="0" y="0"/>
          <a:ext cx="0" cy="0"/>
          <a:chOff x="0" y="0"/>
          <a:chExt cx="0" cy="0"/>
        </a:xfrm>
      </p:grpSpPr>
      <p:sp>
        <p:nvSpPr>
          <p:cNvPr id="201" name="Google Shape;201;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2" name="Google Shape;202;p15:notes"/>
          <p:cNvSpPr txBox="1"/>
          <p:nvPr>
            <p:ph idx="1" type="body"/>
          </p:nvPr>
        </p:nvSpPr>
        <p:spPr>
          <a:xfrm>
            <a:off x="731520"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03" name="Google Shape;203;p1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9" name="Shape 209"/>
        <p:cNvGrpSpPr/>
        <p:nvPr/>
      </p:nvGrpSpPr>
      <p:grpSpPr>
        <a:xfrm>
          <a:off x="0" y="0"/>
          <a:ext cx="0" cy="0"/>
          <a:chOff x="0" y="0"/>
          <a:chExt cx="0" cy="0"/>
        </a:xfrm>
      </p:grpSpPr>
      <p:sp>
        <p:nvSpPr>
          <p:cNvPr id="210" name="Google Shape;210;p16: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11" name="Google Shape;211;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23" name="Google Shape;223;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1" name="Shape 231"/>
        <p:cNvGrpSpPr/>
        <p:nvPr/>
      </p:nvGrpSpPr>
      <p:grpSpPr>
        <a:xfrm>
          <a:off x="0" y="0"/>
          <a:ext cx="0" cy="0"/>
          <a:chOff x="0" y="0"/>
          <a:chExt cx="0" cy="0"/>
        </a:xfrm>
      </p:grpSpPr>
      <p:sp>
        <p:nvSpPr>
          <p:cNvPr id="232" name="Google Shape;232;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3" name="Google Shape;233;p18:notes"/>
          <p:cNvSpPr txBox="1"/>
          <p:nvPr>
            <p:ph idx="1" type="body"/>
          </p:nvPr>
        </p:nvSpPr>
        <p:spPr>
          <a:xfrm>
            <a:off x="731520"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34" name="Google Shape;234;p1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0" name="Shape 240"/>
        <p:cNvGrpSpPr/>
        <p:nvPr/>
      </p:nvGrpSpPr>
      <p:grpSpPr>
        <a:xfrm>
          <a:off x="0" y="0"/>
          <a:ext cx="0" cy="0"/>
          <a:chOff x="0" y="0"/>
          <a:chExt cx="0" cy="0"/>
        </a:xfrm>
      </p:grpSpPr>
      <p:sp>
        <p:nvSpPr>
          <p:cNvPr id="241" name="Google Shape;241;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2" name="Google Shape;242;p19:notes"/>
          <p:cNvSpPr txBox="1"/>
          <p:nvPr>
            <p:ph idx="1" type="body"/>
          </p:nvPr>
        </p:nvSpPr>
        <p:spPr>
          <a:xfrm>
            <a:off x="731520"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43" name="Google Shape;243;p1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0" name="Shape 250"/>
        <p:cNvGrpSpPr/>
        <p:nvPr/>
      </p:nvGrpSpPr>
      <p:grpSpPr>
        <a:xfrm>
          <a:off x="0" y="0"/>
          <a:ext cx="0" cy="0"/>
          <a:chOff x="0" y="0"/>
          <a:chExt cx="0" cy="0"/>
        </a:xfrm>
      </p:grpSpPr>
      <p:sp>
        <p:nvSpPr>
          <p:cNvPr id="251" name="Google Shape;251;p20: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52" name="Google Shape;252;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8" name="Shape 258"/>
        <p:cNvGrpSpPr/>
        <p:nvPr/>
      </p:nvGrpSpPr>
      <p:grpSpPr>
        <a:xfrm>
          <a:off x="0" y="0"/>
          <a:ext cx="0" cy="0"/>
          <a:chOff x="0" y="0"/>
          <a:chExt cx="0" cy="0"/>
        </a:xfrm>
      </p:grpSpPr>
      <p:sp>
        <p:nvSpPr>
          <p:cNvPr id="259" name="Google Shape;259;p21: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60" name="Google Shape;260;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7" name="Shape 267"/>
        <p:cNvGrpSpPr/>
        <p:nvPr/>
      </p:nvGrpSpPr>
      <p:grpSpPr>
        <a:xfrm>
          <a:off x="0" y="0"/>
          <a:ext cx="0" cy="0"/>
          <a:chOff x="0" y="0"/>
          <a:chExt cx="0" cy="0"/>
        </a:xfrm>
      </p:grpSpPr>
      <p:sp>
        <p:nvSpPr>
          <p:cNvPr id="268" name="Google Shape;268;p22: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69" name="Google Shape;269;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6" name="Shape 276"/>
        <p:cNvGrpSpPr/>
        <p:nvPr/>
      </p:nvGrpSpPr>
      <p:grpSpPr>
        <a:xfrm>
          <a:off x="0" y="0"/>
          <a:ext cx="0" cy="0"/>
          <a:chOff x="0" y="0"/>
          <a:chExt cx="0" cy="0"/>
        </a:xfrm>
      </p:grpSpPr>
      <p:sp>
        <p:nvSpPr>
          <p:cNvPr id="277" name="Google Shape;277;p23: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78" name="Google Shape;278;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5" name="Shape 285"/>
        <p:cNvGrpSpPr/>
        <p:nvPr/>
      </p:nvGrpSpPr>
      <p:grpSpPr>
        <a:xfrm>
          <a:off x="0" y="0"/>
          <a:ext cx="0" cy="0"/>
          <a:chOff x="0" y="0"/>
          <a:chExt cx="0" cy="0"/>
        </a:xfrm>
      </p:grpSpPr>
      <p:sp>
        <p:nvSpPr>
          <p:cNvPr id="286" name="Google Shape;286;p24:notes"/>
          <p:cNvSpPr txBox="1"/>
          <p:nvPr>
            <p:ph idx="1" type="body"/>
          </p:nvPr>
        </p:nvSpPr>
        <p:spPr>
          <a:xfrm>
            <a:off x="731520" y="4560571"/>
            <a:ext cx="5852160" cy="432054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87" name="Google Shape;287;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4" name="Shape 294"/>
        <p:cNvGrpSpPr/>
        <p:nvPr/>
      </p:nvGrpSpPr>
      <p:grpSpPr>
        <a:xfrm>
          <a:off x="0" y="0"/>
          <a:ext cx="0" cy="0"/>
          <a:chOff x="0" y="0"/>
          <a:chExt cx="0" cy="0"/>
        </a:xfrm>
      </p:grpSpPr>
      <p:sp>
        <p:nvSpPr>
          <p:cNvPr id="295" name="Google Shape;295;g78d6785f0a_0_0: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78d6785f0a_0_0:notes"/>
          <p:cNvSpPr txBox="1"/>
          <p:nvPr>
            <p:ph idx="1" type="body"/>
          </p:nvPr>
        </p:nvSpPr>
        <p:spPr>
          <a:xfrm>
            <a:off x="731520" y="4560571"/>
            <a:ext cx="5852100" cy="432060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97" name="Google Shape;297;g78d6785f0a_0_0:notes"/>
          <p:cNvSpPr txBox="1"/>
          <p:nvPr>
            <p:ph idx="12" type="sldNum"/>
          </p:nvPr>
        </p:nvSpPr>
        <p:spPr>
          <a:xfrm>
            <a:off x="4143587" y="9119474"/>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chemeClr val="dk1"/>
              </a:buClr>
              <a:buSzPts val="1300"/>
              <a:buFont typeface="Noto Sans Symbols"/>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2" name="Shape 302"/>
        <p:cNvGrpSpPr/>
        <p:nvPr/>
      </p:nvGrpSpPr>
      <p:grpSpPr>
        <a:xfrm>
          <a:off x="0" y="0"/>
          <a:ext cx="0" cy="0"/>
          <a:chOff x="0" y="0"/>
          <a:chExt cx="0" cy="0"/>
        </a:xfrm>
      </p:grpSpPr>
      <p:sp>
        <p:nvSpPr>
          <p:cNvPr id="303" name="Google Shape;303;g78d6785f0a_0_8: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78d6785f0a_0_8:notes"/>
          <p:cNvSpPr txBox="1"/>
          <p:nvPr>
            <p:ph idx="1" type="body"/>
          </p:nvPr>
        </p:nvSpPr>
        <p:spPr>
          <a:xfrm>
            <a:off x="731520" y="4560571"/>
            <a:ext cx="5852100" cy="4320600"/>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05" name="Google Shape;305;g78d6785f0a_0_8:notes"/>
          <p:cNvSpPr txBox="1"/>
          <p:nvPr>
            <p:ph idx="12" type="sldNum"/>
          </p:nvPr>
        </p:nvSpPr>
        <p:spPr>
          <a:xfrm>
            <a:off x="4143587" y="9119474"/>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chemeClr val="dk1"/>
              </a:buClr>
              <a:buSzPts val="1300"/>
              <a:buFont typeface="Noto Sans Symbols"/>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showMasterSp="0" type="title">
  <p:cSld name="TITLE">
    <p:spTree>
      <p:nvGrpSpPr>
        <p:cNvPr id="30" name="Shape 30"/>
        <p:cNvGrpSpPr/>
        <p:nvPr/>
      </p:nvGrpSpPr>
      <p:grpSpPr>
        <a:xfrm>
          <a:off x="0" y="0"/>
          <a:ext cx="0" cy="0"/>
          <a:chOff x="0" y="0"/>
          <a:chExt cx="0" cy="0"/>
        </a:xfrm>
      </p:grpSpPr>
      <p:grpSp>
        <p:nvGrpSpPr>
          <p:cNvPr id="31" name="Google Shape;31;p26"/>
          <p:cNvGrpSpPr/>
          <p:nvPr/>
        </p:nvGrpSpPr>
        <p:grpSpPr>
          <a:xfrm>
            <a:off x="0" y="0"/>
            <a:ext cx="9140825" cy="6850063"/>
            <a:chOff x="0" y="0"/>
            <a:chExt cx="5758" cy="4315"/>
          </a:xfrm>
        </p:grpSpPr>
        <p:grpSp>
          <p:nvGrpSpPr>
            <p:cNvPr id="32" name="Google Shape;32;p26"/>
            <p:cNvGrpSpPr/>
            <p:nvPr/>
          </p:nvGrpSpPr>
          <p:grpSpPr>
            <a:xfrm>
              <a:off x="1728" y="2230"/>
              <a:ext cx="4027" cy="2085"/>
              <a:chOff x="1728" y="2230"/>
              <a:chExt cx="4027" cy="2085"/>
            </a:xfrm>
          </p:grpSpPr>
          <p:sp>
            <p:nvSpPr>
              <p:cNvPr id="33" name="Google Shape;33;p26"/>
              <p:cNvSpPr/>
              <p:nvPr/>
            </p:nvSpPr>
            <p:spPr>
              <a:xfrm>
                <a:off x="1728" y="2644"/>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3092"/>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34" name="Google Shape;34;p26"/>
              <p:cNvSpPr/>
              <p:nvPr/>
            </p:nvSpPr>
            <p:spPr>
              <a:xfrm>
                <a:off x="4170" y="2671"/>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309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35" name="Google Shape;35;p26"/>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36" name="Google Shape;36;p26"/>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37" name="Google Shape;37;p26"/>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3090"/>
                  </a:gs>
                  <a:gs pos="100000">
                    <a:schemeClr val="dk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grpSp>
        <p:sp>
          <p:nvSpPr>
            <p:cNvPr id="38" name="Google Shape;38;p26"/>
            <p:cNvSpPr/>
            <p:nvPr/>
          </p:nvSpPr>
          <p:spPr>
            <a:xfrm>
              <a:off x="3322" y="1341"/>
              <a:ext cx="1825" cy="1537"/>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F8D"/>
                </a:gs>
                <a:gs pos="100000">
                  <a:schemeClr val="dk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39" name="Google Shape;39;p26"/>
            <p:cNvSpPr/>
            <p:nvPr/>
          </p:nvSpPr>
          <p:spPr>
            <a:xfrm>
              <a:off x="0" y="0"/>
              <a:ext cx="5758" cy="1776"/>
            </a:xfrm>
            <a:custGeom>
              <a:rect b="b" l="l" r="r" t="t"/>
              <a:pathLst>
                <a:path extrusionOk="0" h="1906" w="5740">
                  <a:moveTo>
                    <a:pt x="0" y="0"/>
                  </a:moveTo>
                  <a:lnTo>
                    <a:pt x="0" y="1906"/>
                  </a:lnTo>
                  <a:lnTo>
                    <a:pt x="5740" y="1906"/>
                  </a:lnTo>
                  <a:lnTo>
                    <a:pt x="5740" y="0"/>
                  </a:lnTo>
                  <a:lnTo>
                    <a:pt x="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grpSp>
      <p:pic>
        <p:nvPicPr>
          <p:cNvPr id="40" name="Google Shape;40;p26"/>
          <p:cNvPicPr preferRelativeResize="0"/>
          <p:nvPr/>
        </p:nvPicPr>
        <p:blipFill rotWithShape="1">
          <a:blip r:embed="rId2">
            <a:alphaModFix/>
          </a:blip>
          <a:srcRect b="0" l="0" r="0" t="0"/>
          <a:stretch/>
        </p:blipFill>
        <p:spPr>
          <a:xfrm>
            <a:off x="0" y="0"/>
            <a:ext cx="9144000" cy="4267200"/>
          </a:xfrm>
          <a:prstGeom prst="rect">
            <a:avLst/>
          </a:prstGeom>
          <a:noFill/>
          <a:ln>
            <a:noFill/>
          </a:ln>
        </p:spPr>
      </p:pic>
      <p:cxnSp>
        <p:nvCxnSpPr>
          <p:cNvPr id="41" name="Google Shape;41;p26"/>
          <p:cNvCxnSpPr/>
          <p:nvPr/>
        </p:nvCxnSpPr>
        <p:spPr>
          <a:xfrm>
            <a:off x="0" y="6477000"/>
            <a:ext cx="9144000" cy="0"/>
          </a:xfrm>
          <a:prstGeom prst="straightConnector1">
            <a:avLst/>
          </a:prstGeom>
          <a:noFill/>
          <a:ln cap="flat" cmpd="sng" w="9525">
            <a:solidFill>
              <a:srgbClr val="00FFFF"/>
            </a:solidFill>
            <a:prstDash val="solid"/>
            <a:round/>
            <a:headEnd len="med" w="med" type="none"/>
            <a:tailEnd len="med" w="med" type="none"/>
          </a:ln>
        </p:spPr>
      </p:cxnSp>
      <p:sp>
        <p:nvSpPr>
          <p:cNvPr id="42" name="Google Shape;42;p26"/>
          <p:cNvSpPr/>
          <p:nvPr/>
        </p:nvSpPr>
        <p:spPr>
          <a:xfrm>
            <a:off x="76200" y="6553200"/>
            <a:ext cx="228600" cy="228600"/>
          </a:xfrm>
          <a:prstGeom prst="star16">
            <a:avLst>
              <a:gd fmla="val 37500" name="adj"/>
            </a:avLst>
          </a:prstGeom>
          <a:gradFill>
            <a:gsLst>
              <a:gs pos="0">
                <a:srgbClr val="8F6BB3"/>
              </a:gs>
              <a:gs pos="50000">
                <a:srgbClr val="CC99FF"/>
              </a:gs>
              <a:gs pos="100000">
                <a:srgbClr val="8F6BB3"/>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43" name="Google Shape;43;p26"/>
          <p:cNvSpPr/>
          <p:nvPr/>
        </p:nvSpPr>
        <p:spPr>
          <a:xfrm>
            <a:off x="6096000" y="3733800"/>
            <a:ext cx="28956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hlink"/>
              </a:buClr>
              <a:buSzPts val="1400"/>
              <a:buFont typeface="Noto Sans Symbols"/>
              <a:buNone/>
            </a:pPr>
            <a:r>
              <a:rPr b="0" i="0" lang="en-US" sz="2000" u="none" cap="none" strike="noStrike">
                <a:solidFill>
                  <a:srgbClr val="FF9900"/>
                </a:solidFill>
                <a:latin typeface="Arial"/>
                <a:ea typeface="Arial"/>
                <a:cs typeface="Arial"/>
                <a:sym typeface="Arial"/>
              </a:rPr>
              <a:t>GV. Nguyễn Minh Huy</a:t>
            </a:r>
            <a:endParaRPr b="0" i="0" sz="2000" u="none" cap="none" strike="noStrike">
              <a:solidFill>
                <a:srgbClr val="FF9900"/>
              </a:solidFill>
              <a:latin typeface="Arial"/>
              <a:ea typeface="Arial"/>
              <a:cs typeface="Arial"/>
              <a:sym typeface="Arial"/>
            </a:endParaRPr>
          </a:p>
        </p:txBody>
      </p:sp>
      <p:sp>
        <p:nvSpPr>
          <p:cNvPr id="44" name="Google Shape;44;p26"/>
          <p:cNvSpPr txBox="1"/>
          <p:nvPr>
            <p:ph type="ctrTitle"/>
          </p:nvPr>
        </p:nvSpPr>
        <p:spPr>
          <a:xfrm>
            <a:off x="304800" y="1828800"/>
            <a:ext cx="8534400" cy="1676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5000">
                <a:solidFill>
                  <a:srgbClr val="FF66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6"/>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26"/>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200"/>
              <a:buNone/>
              <a:defRPr/>
            </a:lvl1pPr>
            <a:lvl2pPr lvl="1" algn="l">
              <a:spcBef>
                <a:spcPts val="360"/>
              </a:spcBef>
              <a:spcAft>
                <a:spcPts val="0"/>
              </a:spcAft>
              <a:buSzPts val="1260"/>
              <a:buChar char="■"/>
              <a:defRPr/>
            </a:lvl2pPr>
            <a:lvl3pPr lvl="2" algn="l">
              <a:spcBef>
                <a:spcPts val="360"/>
              </a:spcBef>
              <a:spcAft>
                <a:spcPts val="0"/>
              </a:spcAft>
              <a:buSzPts val="1260"/>
              <a:buChar char="■"/>
              <a:defRPr/>
            </a:lvl3pPr>
            <a:lvl4pPr lvl="3" algn="l">
              <a:spcBef>
                <a:spcPts val="360"/>
              </a:spcBef>
              <a:spcAft>
                <a:spcPts val="0"/>
              </a:spcAft>
              <a:buSzPts val="1260"/>
              <a:buChar char="■"/>
              <a:defRPr/>
            </a:lvl4pPr>
            <a:lvl5pPr lvl="4" algn="l">
              <a:spcBef>
                <a:spcPts val="360"/>
              </a:spcBef>
              <a:spcAft>
                <a:spcPts val="0"/>
              </a:spcAft>
              <a:buSzPts val="1260"/>
              <a:buChar char="■"/>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47" name="Shape 47"/>
        <p:cNvGrpSpPr/>
        <p:nvPr/>
      </p:nvGrpSpPr>
      <p:grpSpPr>
        <a:xfrm>
          <a:off x="0" y="0"/>
          <a:ext cx="0" cy="0"/>
          <a:chOff x="0" y="0"/>
          <a:chExt cx="0" cy="0"/>
        </a:xfrm>
      </p:grpSpPr>
      <p:sp>
        <p:nvSpPr>
          <p:cNvPr id="48" name="Google Shape;48;p27"/>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50" name="Google Shape;50;p27"/>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27"/>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200"/>
              <a:buNone/>
              <a:defRPr/>
            </a:lvl1pPr>
            <a:lvl2pPr lvl="1" algn="l">
              <a:spcBef>
                <a:spcPts val="360"/>
              </a:spcBef>
              <a:spcAft>
                <a:spcPts val="0"/>
              </a:spcAft>
              <a:buSzPts val="1260"/>
              <a:buChar char="■"/>
              <a:defRPr/>
            </a:lvl2pPr>
            <a:lvl3pPr lvl="2" algn="l">
              <a:spcBef>
                <a:spcPts val="360"/>
              </a:spcBef>
              <a:spcAft>
                <a:spcPts val="0"/>
              </a:spcAft>
              <a:buSzPts val="1260"/>
              <a:buChar char="■"/>
              <a:defRPr/>
            </a:lvl3pPr>
            <a:lvl4pPr lvl="3" algn="l">
              <a:spcBef>
                <a:spcPts val="360"/>
              </a:spcBef>
              <a:spcAft>
                <a:spcPts val="0"/>
              </a:spcAft>
              <a:buSzPts val="1260"/>
              <a:buChar char="■"/>
              <a:defRPr/>
            </a:lvl4pPr>
            <a:lvl5pPr lvl="4" algn="l">
              <a:spcBef>
                <a:spcPts val="360"/>
              </a:spcBef>
              <a:spcAft>
                <a:spcPts val="0"/>
              </a:spcAft>
              <a:buSzPts val="1260"/>
              <a:buChar char="■"/>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2_Title and Content">
  <p:cSld name="2_Title and Content">
    <p:spTree>
      <p:nvGrpSpPr>
        <p:cNvPr id="52" name="Shape 52"/>
        <p:cNvGrpSpPr/>
        <p:nvPr/>
      </p:nvGrpSpPr>
      <p:grpSpPr>
        <a:xfrm>
          <a:off x="0" y="0"/>
          <a:ext cx="0" cy="0"/>
          <a:chOff x="0" y="0"/>
          <a:chExt cx="0" cy="0"/>
        </a:xfrm>
      </p:grpSpPr>
      <p:sp>
        <p:nvSpPr>
          <p:cNvPr id="53" name="Google Shape;53;p28"/>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8"/>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55" name="Google Shape;55;p28"/>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1pPr>
            <a:lvl2pPr indent="0" lvl="1"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2pPr>
            <a:lvl3pPr indent="0" lvl="2"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3pPr>
            <a:lvl4pPr indent="0" lvl="3"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4pPr>
            <a:lvl5pPr indent="0" lvl="4"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5pPr>
            <a:lvl6pPr indent="0" lvl="5"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6pPr>
            <a:lvl7pPr indent="0" lvl="6"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7pPr>
            <a:lvl8pPr indent="0" lvl="7"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8pPr>
            <a:lvl9pPr indent="0" lvl="8"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6" name="Google Shape;56;p28"/>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200"/>
              <a:buNone/>
              <a:defRPr/>
            </a:lvl1pPr>
            <a:lvl2pPr lvl="1" algn="l">
              <a:spcBef>
                <a:spcPts val="360"/>
              </a:spcBef>
              <a:spcAft>
                <a:spcPts val="0"/>
              </a:spcAft>
              <a:buSzPts val="1260"/>
              <a:buChar char="■"/>
              <a:defRPr/>
            </a:lvl2pPr>
            <a:lvl3pPr lvl="2" algn="l">
              <a:spcBef>
                <a:spcPts val="360"/>
              </a:spcBef>
              <a:spcAft>
                <a:spcPts val="0"/>
              </a:spcAft>
              <a:buSzPts val="1260"/>
              <a:buChar char="■"/>
              <a:defRPr/>
            </a:lvl3pPr>
            <a:lvl4pPr lvl="3" algn="l">
              <a:spcBef>
                <a:spcPts val="360"/>
              </a:spcBef>
              <a:spcAft>
                <a:spcPts val="0"/>
              </a:spcAft>
              <a:buSzPts val="1260"/>
              <a:buChar char="■"/>
              <a:defRPr/>
            </a:lvl4pPr>
            <a:lvl5pPr lvl="4" algn="l">
              <a:spcBef>
                <a:spcPts val="360"/>
              </a:spcBef>
              <a:spcAft>
                <a:spcPts val="0"/>
              </a:spcAft>
              <a:buSzPts val="1260"/>
              <a:buChar char="■"/>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clipboard2" id="57" name="Google Shape;57;p28"/>
          <p:cNvPicPr preferRelativeResize="0"/>
          <p:nvPr/>
        </p:nvPicPr>
        <p:blipFill rotWithShape="1">
          <a:blip r:embed="rId2">
            <a:alphaModFix/>
          </a:blip>
          <a:srcRect b="0" l="0" r="0" t="0"/>
          <a:stretch/>
        </p:blipFill>
        <p:spPr>
          <a:xfrm>
            <a:off x="7189788" y="4419600"/>
            <a:ext cx="1725612" cy="1905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Title and Content">
  <p:cSld name="1_Title and Content">
    <p:spTree>
      <p:nvGrpSpPr>
        <p:cNvPr id="58" name="Shape 58"/>
        <p:cNvGrpSpPr/>
        <p:nvPr/>
      </p:nvGrpSpPr>
      <p:grpSpPr>
        <a:xfrm>
          <a:off x="0" y="0"/>
          <a:ext cx="0" cy="0"/>
          <a:chOff x="0" y="0"/>
          <a:chExt cx="0" cy="0"/>
        </a:xfrm>
      </p:grpSpPr>
      <p:pic>
        <p:nvPicPr>
          <p:cNvPr id="59" name="Google Shape;59;p29"/>
          <p:cNvPicPr preferRelativeResize="0"/>
          <p:nvPr/>
        </p:nvPicPr>
        <p:blipFill rotWithShape="1">
          <a:blip r:embed="rId2">
            <a:alphaModFix/>
          </a:blip>
          <a:srcRect b="0" l="0" r="0" t="0"/>
          <a:stretch/>
        </p:blipFill>
        <p:spPr>
          <a:xfrm>
            <a:off x="6754813" y="4176713"/>
            <a:ext cx="2160587" cy="2147887"/>
          </a:xfrm>
          <a:prstGeom prst="rect">
            <a:avLst/>
          </a:prstGeom>
          <a:noFill/>
          <a:ln>
            <a:noFill/>
          </a:ln>
        </p:spPr>
      </p:pic>
      <p:sp>
        <p:nvSpPr>
          <p:cNvPr id="60" name="Google Shape;60;p29"/>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9"/>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62" name="Google Shape;62;p29"/>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1pPr>
            <a:lvl2pPr indent="0" lvl="1"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2pPr>
            <a:lvl3pPr indent="0" lvl="2"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3pPr>
            <a:lvl4pPr indent="0" lvl="3"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4pPr>
            <a:lvl5pPr indent="0" lvl="4"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5pPr>
            <a:lvl6pPr indent="0" lvl="5"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6pPr>
            <a:lvl7pPr indent="0" lvl="6"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7pPr>
            <a:lvl8pPr indent="0" lvl="7"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8pPr>
            <a:lvl9pPr indent="0" lvl="8" marL="0" marR="0" algn="r">
              <a:spcBef>
                <a:spcPts val="0"/>
              </a:spcBef>
              <a:spcAft>
                <a:spcPts val="0"/>
              </a:spcAft>
              <a:buClr>
                <a:schemeClr val="lt1"/>
              </a:buClr>
              <a:buSzPts val="1200"/>
              <a:buFont typeface="Noto Sans Symbols"/>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63" name="Google Shape;63;p29"/>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200"/>
              <a:buNone/>
              <a:defRPr/>
            </a:lvl1pPr>
            <a:lvl2pPr lvl="1" algn="l">
              <a:spcBef>
                <a:spcPts val="360"/>
              </a:spcBef>
              <a:spcAft>
                <a:spcPts val="0"/>
              </a:spcAft>
              <a:buSzPts val="1260"/>
              <a:buChar char="■"/>
              <a:defRPr/>
            </a:lvl2pPr>
            <a:lvl3pPr lvl="2" algn="l">
              <a:spcBef>
                <a:spcPts val="360"/>
              </a:spcBef>
              <a:spcAft>
                <a:spcPts val="0"/>
              </a:spcAft>
              <a:buSzPts val="1260"/>
              <a:buChar char="■"/>
              <a:defRPr/>
            </a:lvl3pPr>
            <a:lvl4pPr lvl="3" algn="l">
              <a:spcBef>
                <a:spcPts val="360"/>
              </a:spcBef>
              <a:spcAft>
                <a:spcPts val="0"/>
              </a:spcAft>
              <a:buSzPts val="1260"/>
              <a:buChar char="■"/>
              <a:defRPr/>
            </a:lvl4pPr>
            <a:lvl5pPr lvl="4" algn="l">
              <a:spcBef>
                <a:spcPts val="360"/>
              </a:spcBef>
              <a:spcAft>
                <a:spcPts val="0"/>
              </a:spcAft>
              <a:buSzPts val="1260"/>
              <a:buChar char="■"/>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dk2"/>
        </a:solidFill>
      </p:bgPr>
    </p:bg>
    <p:spTree>
      <p:nvGrpSpPr>
        <p:cNvPr id="9" name="Shape 9"/>
        <p:cNvGrpSpPr/>
        <p:nvPr/>
      </p:nvGrpSpPr>
      <p:grpSpPr>
        <a:xfrm>
          <a:off x="0" y="0"/>
          <a:ext cx="0" cy="0"/>
          <a:chOff x="0" y="0"/>
          <a:chExt cx="0" cy="0"/>
        </a:xfrm>
      </p:grpSpPr>
      <p:sp>
        <p:nvSpPr>
          <p:cNvPr id="10" name="Google Shape;10;p25"/>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indent="0" lvl="1"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2pPr>
            <a:lvl3pPr indent="0" lvl="2"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3pPr>
            <a:lvl4pPr indent="0" lvl="3"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4pPr>
            <a:lvl5pPr indent="0" lvl="4"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5pPr>
            <a:lvl6pPr indent="0" lvl="5"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6pPr>
            <a:lvl7pPr indent="0" lvl="6"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7pPr>
            <a:lvl8pPr indent="0" lvl="7"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8pPr>
            <a:lvl9pPr indent="0" lvl="8"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1" name="Google Shape;11;p25"/>
          <p:cNvGrpSpPr/>
          <p:nvPr/>
        </p:nvGrpSpPr>
        <p:grpSpPr>
          <a:xfrm>
            <a:off x="0" y="0"/>
            <a:ext cx="9140825" cy="6850063"/>
            <a:chOff x="0" y="0"/>
            <a:chExt cx="5758" cy="4315"/>
          </a:xfrm>
        </p:grpSpPr>
        <p:grpSp>
          <p:nvGrpSpPr>
            <p:cNvPr id="12" name="Google Shape;12;p25"/>
            <p:cNvGrpSpPr/>
            <p:nvPr/>
          </p:nvGrpSpPr>
          <p:grpSpPr>
            <a:xfrm>
              <a:off x="1728" y="2230"/>
              <a:ext cx="4027" cy="2085"/>
              <a:chOff x="1728" y="2230"/>
              <a:chExt cx="4027" cy="2085"/>
            </a:xfrm>
          </p:grpSpPr>
          <p:sp>
            <p:nvSpPr>
              <p:cNvPr id="13" name="Google Shape;13;p25"/>
              <p:cNvSpPr/>
              <p:nvPr/>
            </p:nvSpPr>
            <p:spPr>
              <a:xfrm>
                <a:off x="1728" y="2644"/>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3092"/>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14" name="Google Shape;14;p25"/>
              <p:cNvSpPr/>
              <p:nvPr/>
            </p:nvSpPr>
            <p:spPr>
              <a:xfrm>
                <a:off x="4170" y="2671"/>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309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15" name="Google Shape;15;p2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16" name="Google Shape;16;p25"/>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17" name="Google Shape;17;p25"/>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3090"/>
                  </a:gs>
                  <a:gs pos="100000">
                    <a:schemeClr val="dk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grpSp>
        <p:sp>
          <p:nvSpPr>
            <p:cNvPr id="18" name="Google Shape;18;p25"/>
            <p:cNvSpPr/>
            <p:nvPr/>
          </p:nvSpPr>
          <p:spPr>
            <a:xfrm>
              <a:off x="3322" y="1341"/>
              <a:ext cx="1825" cy="1537"/>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F8D"/>
                </a:gs>
                <a:gs pos="100000">
                  <a:schemeClr val="dk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19" name="Google Shape;19;p25"/>
            <p:cNvSpPr/>
            <p:nvPr/>
          </p:nvSpPr>
          <p:spPr>
            <a:xfrm>
              <a:off x="0" y="0"/>
              <a:ext cx="5758" cy="1776"/>
            </a:xfrm>
            <a:custGeom>
              <a:rect b="b" l="l" r="r" t="t"/>
              <a:pathLst>
                <a:path extrusionOk="0" h="1906" w="5740">
                  <a:moveTo>
                    <a:pt x="0" y="0"/>
                  </a:moveTo>
                  <a:lnTo>
                    <a:pt x="0" y="1906"/>
                  </a:lnTo>
                  <a:lnTo>
                    <a:pt x="5740" y="1906"/>
                  </a:lnTo>
                  <a:lnTo>
                    <a:pt x="5740" y="0"/>
                  </a:lnTo>
                  <a:lnTo>
                    <a:pt x="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grpSp>
      <p:sp>
        <p:nvSpPr>
          <p:cNvPr id="20" name="Google Shape;20;p25"/>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none" cap="none" strike="noStrike">
                <a:solidFill>
                  <a:schemeClr val="lt2"/>
                </a:solidFill>
                <a:latin typeface="Arial"/>
                <a:ea typeface="Arial"/>
                <a:cs typeface="Arial"/>
                <a:sym typeface="Arial"/>
              </a:defRPr>
            </a:lvl1pPr>
            <a:lvl2pPr lvl="1" marR="0" rtl="0" algn="l">
              <a:spcBef>
                <a:spcPts val="0"/>
              </a:spcBef>
              <a:spcAft>
                <a:spcPts val="0"/>
              </a:spcAft>
              <a:buSzPts val="1400"/>
              <a:buNone/>
              <a:defRPr b="0" i="0" sz="4000" u="none" cap="none" strike="noStrike">
                <a:solidFill>
                  <a:schemeClr val="lt2"/>
                </a:solidFill>
                <a:latin typeface="Arial"/>
                <a:ea typeface="Arial"/>
                <a:cs typeface="Arial"/>
                <a:sym typeface="Arial"/>
              </a:defRPr>
            </a:lvl2pPr>
            <a:lvl3pPr lvl="2" marR="0" rtl="0" algn="l">
              <a:spcBef>
                <a:spcPts val="0"/>
              </a:spcBef>
              <a:spcAft>
                <a:spcPts val="0"/>
              </a:spcAft>
              <a:buSzPts val="1400"/>
              <a:buNone/>
              <a:defRPr b="0" i="0" sz="4000" u="none" cap="none" strike="noStrike">
                <a:solidFill>
                  <a:schemeClr val="lt2"/>
                </a:solidFill>
                <a:latin typeface="Arial"/>
                <a:ea typeface="Arial"/>
                <a:cs typeface="Arial"/>
                <a:sym typeface="Arial"/>
              </a:defRPr>
            </a:lvl3pPr>
            <a:lvl4pPr lvl="3" marR="0" rtl="0" algn="l">
              <a:spcBef>
                <a:spcPts val="0"/>
              </a:spcBef>
              <a:spcAft>
                <a:spcPts val="0"/>
              </a:spcAft>
              <a:buSzPts val="1400"/>
              <a:buNone/>
              <a:defRPr b="0" i="0" sz="4000" u="none" cap="none" strike="noStrike">
                <a:solidFill>
                  <a:schemeClr val="lt2"/>
                </a:solidFill>
                <a:latin typeface="Arial"/>
                <a:ea typeface="Arial"/>
                <a:cs typeface="Arial"/>
                <a:sym typeface="Arial"/>
              </a:defRPr>
            </a:lvl4pPr>
            <a:lvl5pPr lvl="4" marR="0" rtl="0" algn="l">
              <a:spcBef>
                <a:spcPts val="0"/>
              </a:spcBef>
              <a:spcAft>
                <a:spcPts val="0"/>
              </a:spcAft>
              <a:buSzPts val="1400"/>
              <a:buNone/>
              <a:defRPr b="0" i="0" sz="4000" u="none" cap="none" strike="noStrike">
                <a:solidFill>
                  <a:schemeClr val="lt2"/>
                </a:solidFill>
                <a:latin typeface="Arial"/>
                <a:ea typeface="Arial"/>
                <a:cs typeface="Arial"/>
                <a:sym typeface="Arial"/>
              </a:defRPr>
            </a:lvl5pPr>
            <a:lvl6pPr lvl="5" marR="0" rtl="0" algn="l">
              <a:spcBef>
                <a:spcPts val="0"/>
              </a:spcBef>
              <a:spcAft>
                <a:spcPts val="0"/>
              </a:spcAft>
              <a:buSzPts val="1400"/>
              <a:buNone/>
              <a:defRPr b="0" i="0" sz="4000" u="none" cap="none" strike="noStrike">
                <a:solidFill>
                  <a:schemeClr val="lt2"/>
                </a:solidFill>
                <a:latin typeface="Arial"/>
                <a:ea typeface="Arial"/>
                <a:cs typeface="Arial"/>
                <a:sym typeface="Arial"/>
              </a:defRPr>
            </a:lvl6pPr>
            <a:lvl7pPr lvl="6" marR="0" rtl="0" algn="l">
              <a:spcBef>
                <a:spcPts val="0"/>
              </a:spcBef>
              <a:spcAft>
                <a:spcPts val="0"/>
              </a:spcAft>
              <a:buSzPts val="1400"/>
              <a:buNone/>
              <a:defRPr b="0" i="0" sz="4000" u="none" cap="none" strike="noStrike">
                <a:solidFill>
                  <a:schemeClr val="lt2"/>
                </a:solidFill>
                <a:latin typeface="Arial"/>
                <a:ea typeface="Arial"/>
                <a:cs typeface="Arial"/>
                <a:sym typeface="Arial"/>
              </a:defRPr>
            </a:lvl7pPr>
            <a:lvl8pPr lvl="7" marR="0" rtl="0" algn="l">
              <a:spcBef>
                <a:spcPts val="0"/>
              </a:spcBef>
              <a:spcAft>
                <a:spcPts val="0"/>
              </a:spcAft>
              <a:buSzPts val="1400"/>
              <a:buNone/>
              <a:defRPr b="0" i="0" sz="4000" u="none" cap="none" strike="noStrike">
                <a:solidFill>
                  <a:schemeClr val="lt2"/>
                </a:solidFill>
                <a:latin typeface="Arial"/>
                <a:ea typeface="Arial"/>
                <a:cs typeface="Arial"/>
                <a:sym typeface="Arial"/>
              </a:defRPr>
            </a:lvl8pPr>
            <a:lvl9pPr lvl="8" marR="0" rtl="0" algn="l">
              <a:spcBef>
                <a:spcPts val="0"/>
              </a:spcBef>
              <a:spcAft>
                <a:spcPts val="0"/>
              </a:spcAft>
              <a:buSzPts val="1400"/>
              <a:buNone/>
              <a:defRPr b="0" i="0" sz="4000" u="none" cap="none" strike="noStrike">
                <a:solidFill>
                  <a:schemeClr val="lt2"/>
                </a:solidFill>
                <a:latin typeface="Arial"/>
                <a:ea typeface="Arial"/>
                <a:cs typeface="Arial"/>
                <a:sym typeface="Arial"/>
              </a:defRPr>
            </a:lvl9pPr>
          </a:lstStyle>
          <a:p/>
        </p:txBody>
      </p:sp>
      <p:sp>
        <p:nvSpPr>
          <p:cNvPr id="21" name="Google Shape;21;p25"/>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lvl="1" marR="0" rtl="0" algn="l">
              <a:spcBef>
                <a:spcPts val="480"/>
              </a:spcBef>
              <a:spcAft>
                <a:spcPts val="0"/>
              </a:spcAft>
              <a:buClr>
                <a:schemeClr val="lt2"/>
              </a:buClr>
              <a:buSzPts val="1680"/>
              <a:buFont typeface="Noto Sans Symbols"/>
              <a:buChar char="■"/>
              <a:defRPr b="0" i="0" sz="2400" u="none" cap="none" strike="noStrike">
                <a:solidFill>
                  <a:schemeClr val="lt1"/>
                </a:solidFill>
                <a:latin typeface="Arial"/>
                <a:ea typeface="Arial"/>
                <a:cs typeface="Arial"/>
                <a:sym typeface="Arial"/>
              </a:defRPr>
            </a:lvl2pPr>
            <a:lvl3pPr lvl="2" marR="0" rtl="0" algn="l">
              <a:spcBef>
                <a:spcPts val="480"/>
              </a:spcBef>
              <a:spcAft>
                <a:spcPts val="0"/>
              </a:spcAft>
              <a:buClr>
                <a:schemeClr val="lt2"/>
              </a:buClr>
              <a:buSzPts val="1680"/>
              <a:buFont typeface="Noto Sans Symbols"/>
              <a:buChar char="■"/>
              <a:defRPr b="0" i="0" sz="2400" u="none" cap="none" strike="noStrike">
                <a:solidFill>
                  <a:schemeClr val="lt1"/>
                </a:solidFill>
                <a:latin typeface="Arial"/>
                <a:ea typeface="Arial"/>
                <a:cs typeface="Arial"/>
                <a:sym typeface="Arial"/>
              </a:defRPr>
            </a:lvl3pPr>
            <a:lvl4pPr lvl="3" marR="0" rtl="0" algn="l">
              <a:spcBef>
                <a:spcPts val="480"/>
              </a:spcBef>
              <a:spcAft>
                <a:spcPts val="0"/>
              </a:spcAft>
              <a:buClr>
                <a:schemeClr val="lt2"/>
              </a:buClr>
              <a:buSzPts val="1680"/>
              <a:buFont typeface="Noto Sans Symbols"/>
              <a:buChar char="■"/>
              <a:defRPr b="0" i="0" sz="2400" u="none" cap="none" strike="noStrike">
                <a:solidFill>
                  <a:schemeClr val="lt1"/>
                </a:solidFill>
                <a:latin typeface="Arial"/>
                <a:ea typeface="Arial"/>
                <a:cs typeface="Arial"/>
                <a:sym typeface="Arial"/>
              </a:defRPr>
            </a:lvl4pPr>
            <a:lvl5pPr lvl="4" marR="0" rtl="0" algn="l">
              <a:spcBef>
                <a:spcPts val="480"/>
              </a:spcBef>
              <a:spcAft>
                <a:spcPts val="0"/>
              </a:spcAft>
              <a:buClr>
                <a:schemeClr val="lt2"/>
              </a:buClr>
              <a:buSzPts val="1680"/>
              <a:buFont typeface="Noto Sans Symbols"/>
              <a:buChar char="■"/>
              <a:defRPr b="0" i="0" sz="24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lt1"/>
                </a:solidFill>
                <a:latin typeface="Arial"/>
                <a:ea typeface="Arial"/>
                <a:cs typeface="Arial"/>
                <a:sym typeface="Arial"/>
              </a:defRPr>
            </a:lvl9pPr>
          </a:lstStyle>
          <a:p/>
        </p:txBody>
      </p:sp>
      <p:sp>
        <p:nvSpPr>
          <p:cNvPr id="22" name="Google Shape;22;p25"/>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lvl1pPr indent="-370840" lvl="0" marL="457200" marR="0" rtl="0" algn="l">
              <a:spcBef>
                <a:spcPts val="640"/>
              </a:spcBef>
              <a:spcAft>
                <a:spcPts val="0"/>
              </a:spcAft>
              <a:buClr>
                <a:schemeClr val="hlink"/>
              </a:buClr>
              <a:buSzPts val="2240"/>
              <a:buFont typeface="Noto Sans Symbols"/>
              <a:buChar char="■"/>
              <a:defRPr b="0" i="0" sz="3200" u="none" cap="none" strike="noStrike">
                <a:solidFill>
                  <a:schemeClr val="lt1"/>
                </a:solidFill>
                <a:latin typeface="Arial"/>
                <a:ea typeface="Arial"/>
                <a:cs typeface="Arial"/>
                <a:sym typeface="Arial"/>
              </a:defRPr>
            </a:lvl1pPr>
            <a:lvl2pPr indent="-353060" lvl="1" marL="914400" marR="0" rtl="0" algn="l">
              <a:spcBef>
                <a:spcPts val="560"/>
              </a:spcBef>
              <a:spcAft>
                <a:spcPts val="0"/>
              </a:spcAft>
              <a:buClr>
                <a:schemeClr val="accent2"/>
              </a:buClr>
              <a:buSzPts val="1960"/>
              <a:buFont typeface="Noto Sans Symbols"/>
              <a:buChar char="■"/>
              <a:defRPr b="0" i="0" sz="2800" u="none" cap="none" strike="noStrike">
                <a:solidFill>
                  <a:schemeClr val="lt1"/>
                </a:solidFill>
                <a:latin typeface="Arial"/>
                <a:ea typeface="Arial"/>
                <a:cs typeface="Arial"/>
                <a:sym typeface="Arial"/>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Arial"/>
                <a:ea typeface="Arial"/>
                <a:cs typeface="Arial"/>
                <a:sym typeface="Arial"/>
              </a:defRPr>
            </a:lvl3pPr>
            <a:lvl4pPr indent="-317500" lvl="3" marL="1828800" marR="0" rtl="0" algn="l">
              <a:spcBef>
                <a:spcPts val="400"/>
              </a:spcBef>
              <a:spcAft>
                <a:spcPts val="0"/>
              </a:spcAft>
              <a:buClr>
                <a:schemeClr val="lt1"/>
              </a:buClr>
              <a:buSzPts val="1400"/>
              <a:buFont typeface="Noto Sans Symbols"/>
              <a:buChar char="⮚"/>
              <a:defRPr b="0" i="0" sz="2000" u="none" cap="none" strike="noStrike">
                <a:solidFill>
                  <a:schemeClr val="lt1"/>
                </a:solidFill>
                <a:latin typeface="Arial"/>
                <a:ea typeface="Arial"/>
                <a:cs typeface="Arial"/>
                <a:sym typeface="Arial"/>
              </a:defRPr>
            </a:lvl4pPr>
            <a:lvl5pPr indent="-299720" lvl="4" marL="22860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Arial"/>
                <a:ea typeface="Arial"/>
                <a:cs typeface="Arial"/>
                <a:sym typeface="Arial"/>
              </a:defRPr>
            </a:lvl5pPr>
            <a:lvl6pPr indent="-299720" lvl="5" marL="27432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Arial"/>
                <a:ea typeface="Arial"/>
                <a:cs typeface="Arial"/>
                <a:sym typeface="Arial"/>
              </a:defRPr>
            </a:lvl6pPr>
            <a:lvl7pPr indent="-299720" lvl="6" marL="32004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Arial"/>
                <a:ea typeface="Arial"/>
                <a:cs typeface="Arial"/>
                <a:sym typeface="Arial"/>
              </a:defRPr>
            </a:lvl7pPr>
            <a:lvl8pPr indent="-299720" lvl="7" marL="36576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Arial"/>
                <a:ea typeface="Arial"/>
                <a:cs typeface="Arial"/>
                <a:sym typeface="Arial"/>
              </a:defRPr>
            </a:lvl8pPr>
            <a:lvl9pPr indent="-299720" lvl="8" marL="4114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Arial"/>
                <a:ea typeface="Arial"/>
                <a:cs typeface="Arial"/>
                <a:sym typeface="Arial"/>
              </a:defRPr>
            </a:lvl9pPr>
          </a:lstStyle>
          <a:p/>
        </p:txBody>
      </p:sp>
      <p:cxnSp>
        <p:nvCxnSpPr>
          <p:cNvPr id="23" name="Google Shape;23;p25"/>
          <p:cNvCxnSpPr/>
          <p:nvPr/>
        </p:nvCxnSpPr>
        <p:spPr>
          <a:xfrm>
            <a:off x="0" y="914400"/>
            <a:ext cx="9144000" cy="0"/>
          </a:xfrm>
          <a:prstGeom prst="straightConnector1">
            <a:avLst/>
          </a:prstGeom>
          <a:noFill/>
          <a:ln cap="flat" cmpd="sng" w="9525">
            <a:solidFill>
              <a:schemeClr val="hlink"/>
            </a:solidFill>
            <a:prstDash val="solid"/>
            <a:round/>
            <a:headEnd len="med" w="med" type="none"/>
            <a:tailEnd len="med" w="med" type="none"/>
          </a:ln>
        </p:spPr>
      </p:cxnSp>
      <p:grpSp>
        <p:nvGrpSpPr>
          <p:cNvPr id="24" name="Google Shape;24;p25"/>
          <p:cNvGrpSpPr/>
          <p:nvPr/>
        </p:nvGrpSpPr>
        <p:grpSpPr>
          <a:xfrm>
            <a:off x="7848600" y="152400"/>
            <a:ext cx="685800" cy="609600"/>
            <a:chOff x="5088" y="48"/>
            <a:chExt cx="528" cy="480"/>
          </a:xfrm>
        </p:grpSpPr>
        <p:sp>
          <p:nvSpPr>
            <p:cNvPr id="25" name="Google Shape;25;p25"/>
            <p:cNvSpPr/>
            <p:nvPr/>
          </p:nvSpPr>
          <p:spPr>
            <a:xfrm>
              <a:off x="5088" y="144"/>
              <a:ext cx="288" cy="336"/>
            </a:xfrm>
            <a:prstGeom prst="flowChartAlternateProcess">
              <a:avLst/>
            </a:prstGeom>
            <a:noFill/>
            <a:ln cap="flat" cmpd="sng" w="2857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26" name="Google Shape;26;p25"/>
            <p:cNvSpPr/>
            <p:nvPr/>
          </p:nvSpPr>
          <p:spPr>
            <a:xfrm>
              <a:off x="5185" y="48"/>
              <a:ext cx="385" cy="336"/>
            </a:xfrm>
            <a:prstGeom prst="flowChartAlternateProcess">
              <a:avLst/>
            </a:prstGeom>
            <a:no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27" name="Google Shape;27;p25"/>
            <p:cNvSpPr/>
            <p:nvPr/>
          </p:nvSpPr>
          <p:spPr>
            <a:xfrm>
              <a:off x="5232" y="192"/>
              <a:ext cx="384" cy="336"/>
            </a:xfrm>
            <a:prstGeom prst="flowChartAlternateProcess">
              <a:avLst/>
            </a:prstGeom>
            <a:no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grpSp>
      <p:cxnSp>
        <p:nvCxnSpPr>
          <p:cNvPr id="28" name="Google Shape;28;p25"/>
          <p:cNvCxnSpPr/>
          <p:nvPr/>
        </p:nvCxnSpPr>
        <p:spPr>
          <a:xfrm>
            <a:off x="0" y="6477000"/>
            <a:ext cx="9144000" cy="0"/>
          </a:xfrm>
          <a:prstGeom prst="straightConnector1">
            <a:avLst/>
          </a:prstGeom>
          <a:noFill/>
          <a:ln cap="flat" cmpd="sng" w="9525">
            <a:solidFill>
              <a:schemeClr val="hlink"/>
            </a:solidFill>
            <a:prstDash val="solid"/>
            <a:round/>
            <a:headEnd len="med" w="med" type="none"/>
            <a:tailEnd len="med" w="med" type="none"/>
          </a:ln>
        </p:spPr>
      </p:cxnSp>
      <p:sp>
        <p:nvSpPr>
          <p:cNvPr id="29" name="Google Shape;29;p25"/>
          <p:cNvSpPr/>
          <p:nvPr/>
        </p:nvSpPr>
        <p:spPr>
          <a:xfrm>
            <a:off x="76200" y="6553200"/>
            <a:ext cx="228600" cy="228600"/>
          </a:xfrm>
          <a:prstGeom prst="star16">
            <a:avLst>
              <a:gd fmla="val 37500" name="adj"/>
            </a:avLst>
          </a:prstGeom>
          <a:gradFill>
            <a:gsLst>
              <a:gs pos="0">
                <a:srgbClr val="8F6BB3"/>
              </a:gs>
              <a:gs pos="50000">
                <a:srgbClr val="CC99FF"/>
              </a:gs>
              <a:gs pos="100000">
                <a:srgbClr val="8F6BB3"/>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8" name="Shape 68"/>
        <p:cNvGrpSpPr/>
        <p:nvPr/>
      </p:nvGrpSpPr>
      <p:grpSpPr>
        <a:xfrm>
          <a:off x="0" y="0"/>
          <a:ext cx="0" cy="0"/>
          <a:chOff x="0" y="0"/>
          <a:chExt cx="0" cy="0"/>
        </a:xfrm>
      </p:grpSpPr>
      <p:sp>
        <p:nvSpPr>
          <p:cNvPr id="69" name="Google Shape;69;p1"/>
          <p:cNvSpPr txBox="1"/>
          <p:nvPr>
            <p:ph type="ctrTitle"/>
          </p:nvPr>
        </p:nvSpPr>
        <p:spPr>
          <a:xfrm>
            <a:off x="304800" y="1828800"/>
            <a:ext cx="8534400" cy="1676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Interface và Đa hình</a:t>
            </a:r>
            <a:endParaRPr/>
          </a:p>
        </p:txBody>
      </p:sp>
      <p:sp>
        <p:nvSpPr>
          <p:cNvPr id="70" name="Google Shape;70;p1"/>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71" name="Google Shape;71;p1"/>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6" name="Shape 76"/>
        <p:cNvGrpSpPr/>
        <p:nvPr/>
      </p:nvGrpSpPr>
      <p:grpSpPr>
        <a:xfrm>
          <a:off x="0" y="0"/>
          <a:ext cx="0" cy="0"/>
          <a:chOff x="0" y="0"/>
          <a:chExt cx="0" cy="0"/>
        </a:xfrm>
      </p:grpSpPr>
      <p:sp>
        <p:nvSpPr>
          <p:cNvPr id="77" name="Google Shape;77;p2"/>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Nội dung</a:t>
            </a:r>
            <a:endParaRPr/>
          </a:p>
        </p:txBody>
      </p:sp>
      <p:sp>
        <p:nvSpPr>
          <p:cNvPr id="78" name="Google Shape;78;p2"/>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Khái niệm interface.</a:t>
            </a:r>
            <a:endParaRPr/>
          </a:p>
          <a:p>
            <a:pPr indent="-342900" lvl="0" marL="342900" rtl="0" algn="l">
              <a:spcBef>
                <a:spcPts val="640"/>
              </a:spcBef>
              <a:spcAft>
                <a:spcPts val="0"/>
              </a:spcAft>
              <a:buSzPts val="2240"/>
              <a:buChar char="■"/>
            </a:pPr>
            <a:r>
              <a:rPr lang="en-US"/>
              <a:t>Hàm ảo và liên kết động.</a:t>
            </a:r>
            <a:endParaRPr/>
          </a:p>
          <a:p>
            <a:pPr indent="-342900" lvl="0" marL="342900" rtl="0" algn="l">
              <a:spcBef>
                <a:spcPts val="640"/>
              </a:spcBef>
              <a:spcAft>
                <a:spcPts val="0"/>
              </a:spcAft>
              <a:buSzPts val="2240"/>
              <a:buChar char="■"/>
            </a:pPr>
            <a:r>
              <a:rPr lang="en-US"/>
              <a:t>Phương thức hủy ảo.</a:t>
            </a:r>
            <a:endParaRPr/>
          </a:p>
        </p:txBody>
      </p:sp>
      <p:sp>
        <p:nvSpPr>
          <p:cNvPr id="79" name="Google Shape;79;p2"/>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80" name="Google Shape;80;p2"/>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3"/>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Nội dung</a:t>
            </a:r>
            <a:endParaRPr/>
          </a:p>
        </p:txBody>
      </p:sp>
      <p:sp>
        <p:nvSpPr>
          <p:cNvPr id="87" name="Google Shape;87;p3"/>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b="1" lang="en-US">
                <a:solidFill>
                  <a:srgbClr val="FFC000"/>
                </a:solidFill>
              </a:rPr>
              <a:t>Khái niệm interface.</a:t>
            </a:r>
            <a:endParaRPr/>
          </a:p>
          <a:p>
            <a:pPr indent="-342900" lvl="0" marL="342900" rtl="0" algn="l">
              <a:spcBef>
                <a:spcPts val="640"/>
              </a:spcBef>
              <a:spcAft>
                <a:spcPts val="0"/>
              </a:spcAft>
              <a:buSzPts val="2240"/>
              <a:buChar char="■"/>
            </a:pPr>
            <a:r>
              <a:rPr lang="en-US"/>
              <a:t>Hàm ảo và liên kết động.</a:t>
            </a:r>
            <a:endParaRPr/>
          </a:p>
          <a:p>
            <a:pPr indent="-342900" lvl="0" marL="342900" rtl="0" algn="l">
              <a:spcBef>
                <a:spcPts val="640"/>
              </a:spcBef>
              <a:spcAft>
                <a:spcPts val="0"/>
              </a:spcAft>
              <a:buSzPts val="2240"/>
              <a:buChar char="■"/>
            </a:pPr>
            <a:r>
              <a:rPr lang="en-US"/>
              <a:t>Phương thức hủy ảo.</a:t>
            </a:r>
            <a:endParaRPr/>
          </a:p>
        </p:txBody>
      </p:sp>
      <p:sp>
        <p:nvSpPr>
          <p:cNvPr id="88" name="Google Shape;88;p3"/>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89" name="Google Shape;89;p3"/>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3" name="Shape 93"/>
        <p:cNvGrpSpPr/>
        <p:nvPr/>
      </p:nvGrpSpPr>
      <p:grpSpPr>
        <a:xfrm>
          <a:off x="0" y="0"/>
          <a:ext cx="0" cy="0"/>
          <a:chOff x="0" y="0"/>
          <a:chExt cx="0" cy="0"/>
        </a:xfrm>
      </p:grpSpPr>
      <p:sp>
        <p:nvSpPr>
          <p:cNvPr id="94" name="Google Shape;94;p4"/>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Khái niệm interface</a:t>
            </a:r>
            <a:endParaRPr/>
          </a:p>
        </p:txBody>
      </p:sp>
      <p:sp>
        <p:nvSpPr>
          <p:cNvPr id="95" name="Google Shape;95;p4"/>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Giao tiếp giữa đối tượng và bên ngoài:</a:t>
            </a:r>
            <a:endParaRPr/>
          </a:p>
          <a:p>
            <a:pPr indent="-228600" lvl="2" marL="1143000" rtl="0" algn="l">
              <a:spcBef>
                <a:spcPts val="480"/>
              </a:spcBef>
              <a:spcAft>
                <a:spcPts val="0"/>
              </a:spcAft>
              <a:buSzPts val="1680"/>
              <a:buChar char="■"/>
            </a:pPr>
            <a:r>
              <a:rPr lang="en-US"/>
              <a:t>Quy tắc hộp đen:</a:t>
            </a:r>
            <a:endParaRPr/>
          </a:p>
          <a:p>
            <a:pPr indent="-228600" lvl="3" marL="1600200" rtl="0" algn="l">
              <a:spcBef>
                <a:spcPts val="400"/>
              </a:spcBef>
              <a:spcAft>
                <a:spcPts val="0"/>
              </a:spcAft>
              <a:buSzPts val="1400"/>
              <a:buChar char="⮚"/>
            </a:pPr>
            <a:r>
              <a:rPr lang="en-US"/>
              <a:t>Thuộc tính: private, hạn chế truy xuất.</a:t>
            </a:r>
            <a:endParaRPr/>
          </a:p>
          <a:p>
            <a:pPr indent="-228600" lvl="3" marL="1600200" rtl="0" algn="l">
              <a:spcBef>
                <a:spcPts val="400"/>
              </a:spcBef>
              <a:spcAft>
                <a:spcPts val="0"/>
              </a:spcAft>
              <a:buSzPts val="1400"/>
              <a:buChar char="⮚"/>
            </a:pPr>
            <a:r>
              <a:rPr lang="en-US"/>
              <a:t>Phương thức: public, cung cấp tính năng.</a:t>
            </a:r>
            <a:endParaRPr/>
          </a:p>
          <a:p>
            <a:pPr indent="-228600" lvl="2" marL="1143000" rtl="0" algn="l">
              <a:spcBef>
                <a:spcPts val="480"/>
              </a:spcBef>
              <a:spcAft>
                <a:spcPts val="0"/>
              </a:spcAft>
              <a:buSzPts val="1680"/>
              <a:buNone/>
            </a:pPr>
            <a:r>
              <a:rPr lang="en-US"/>
              <a:t>🡺 Đối tượng giao tiếp qua phương thức.</a:t>
            </a:r>
            <a:endParaRPr/>
          </a:p>
          <a:p>
            <a:pPr indent="-228600" lvl="2" marL="1143000" rtl="0" algn="l">
              <a:spcBef>
                <a:spcPts val="480"/>
              </a:spcBef>
              <a:spcAft>
                <a:spcPts val="0"/>
              </a:spcAft>
              <a:buSzPts val="1680"/>
              <a:buNone/>
            </a:pPr>
            <a:r>
              <a:rPr lang="en-US"/>
              <a:t>🡺 Phần khai báo public 🡺 INTERFACE.</a:t>
            </a:r>
            <a:endParaRPr/>
          </a:p>
        </p:txBody>
      </p:sp>
      <p:sp>
        <p:nvSpPr>
          <p:cNvPr id="96" name="Google Shape;96;p4"/>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97" name="Google Shape;97;p4"/>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98" name="Google Shape;98;p4"/>
          <p:cNvSpPr/>
          <p:nvPr/>
        </p:nvSpPr>
        <p:spPr>
          <a:xfrm>
            <a:off x="6629400" y="4611469"/>
            <a:ext cx="1371600" cy="990600"/>
          </a:xfrm>
          <a:prstGeom prst="ellipse">
            <a:avLst/>
          </a:prstGeom>
          <a:gradFill>
            <a:gsLst>
              <a:gs pos="0">
                <a:srgbClr val="B34700"/>
              </a:gs>
              <a:gs pos="50000">
                <a:srgbClr val="FF6600"/>
              </a:gs>
              <a:gs pos="100000">
                <a:srgbClr val="B34700"/>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sz="2400">
              <a:solidFill>
                <a:schemeClr val="lt1"/>
              </a:solidFill>
              <a:latin typeface="Arial"/>
              <a:ea typeface="Arial"/>
              <a:cs typeface="Arial"/>
              <a:sym typeface="Arial"/>
            </a:endParaRPr>
          </a:p>
        </p:txBody>
      </p:sp>
      <p:sp>
        <p:nvSpPr>
          <p:cNvPr id="99" name="Google Shape;99;p4"/>
          <p:cNvSpPr/>
          <p:nvPr/>
        </p:nvSpPr>
        <p:spPr>
          <a:xfrm>
            <a:off x="5943600" y="4078069"/>
            <a:ext cx="2743200" cy="2057400"/>
          </a:xfrm>
          <a:custGeom>
            <a:rect b="b" l="l" r="r" t="t"/>
            <a:pathLst>
              <a:path extrusionOk="0" h="21600" w="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854" y="10800"/>
                </a:moveTo>
                <a:cubicBezTo>
                  <a:pt x="4854" y="14084"/>
                  <a:pt x="7516" y="16746"/>
                  <a:pt x="10800" y="16746"/>
                </a:cubicBezTo>
                <a:cubicBezTo>
                  <a:pt x="14084" y="16746"/>
                  <a:pt x="16746" y="14084"/>
                  <a:pt x="16746" y="10800"/>
                </a:cubicBezTo>
                <a:cubicBezTo>
                  <a:pt x="16746" y="7516"/>
                  <a:pt x="14084" y="4854"/>
                  <a:pt x="10800" y="4854"/>
                </a:cubicBezTo>
                <a:cubicBezTo>
                  <a:pt x="7516" y="4854"/>
                  <a:pt x="4854" y="7516"/>
                  <a:pt x="4854" y="10800"/>
                </a:cubicBezTo>
                <a:close/>
              </a:path>
            </a:pathLst>
          </a:custGeom>
          <a:gradFill>
            <a:gsLst>
              <a:gs pos="0">
                <a:srgbClr val="00B300"/>
              </a:gs>
              <a:gs pos="50000">
                <a:srgbClr val="00FF00"/>
              </a:gs>
              <a:gs pos="100000">
                <a:srgbClr val="00B300"/>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sz="2400">
              <a:solidFill>
                <a:schemeClr val="lt1"/>
              </a:solidFill>
              <a:latin typeface="Arial"/>
              <a:ea typeface="Arial"/>
              <a:cs typeface="Arial"/>
              <a:sym typeface="Arial"/>
            </a:endParaRPr>
          </a:p>
        </p:txBody>
      </p:sp>
      <p:sp>
        <p:nvSpPr>
          <p:cNvPr id="100" name="Google Shape;100;p4"/>
          <p:cNvSpPr txBox="1"/>
          <p:nvPr/>
        </p:nvSpPr>
        <p:spPr>
          <a:xfrm>
            <a:off x="6629400" y="4763869"/>
            <a:ext cx="142859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1800"/>
              <a:buFont typeface="Noto Sans Symbols"/>
              <a:buNone/>
            </a:pPr>
            <a:r>
              <a:rPr lang="en-US" sz="1800">
                <a:solidFill>
                  <a:schemeClr val="lt1"/>
                </a:solidFill>
                <a:latin typeface="Arial"/>
                <a:ea typeface="Arial"/>
                <a:cs typeface="Arial"/>
                <a:sym typeface="Arial"/>
              </a:rPr>
              <a:t>Dữ liệu</a:t>
            </a:r>
            <a:endParaRPr sz="1800">
              <a:solidFill>
                <a:schemeClr val="lt1"/>
              </a:solidFill>
              <a:latin typeface="Arial"/>
              <a:ea typeface="Arial"/>
              <a:cs typeface="Arial"/>
              <a:sym typeface="Arial"/>
            </a:endParaRPr>
          </a:p>
          <a:p>
            <a:pPr indent="0" lvl="0" marL="0" marR="0" rtl="0" algn="ctr">
              <a:spcBef>
                <a:spcPts val="0"/>
              </a:spcBef>
              <a:spcAft>
                <a:spcPts val="0"/>
              </a:spcAft>
              <a:buClr>
                <a:schemeClr val="lt1"/>
              </a:buClr>
              <a:buSzPts val="1800"/>
              <a:buFont typeface="Noto Sans Symbols"/>
              <a:buNone/>
            </a:pPr>
            <a:r>
              <a:rPr lang="en-US" sz="1800">
                <a:solidFill>
                  <a:schemeClr val="lt1"/>
                </a:solidFill>
                <a:latin typeface="Arial"/>
                <a:ea typeface="Arial"/>
                <a:cs typeface="Arial"/>
                <a:sym typeface="Arial"/>
              </a:rPr>
              <a:t>(Thuộc tính)</a:t>
            </a:r>
            <a:endParaRPr/>
          </a:p>
          <a:p>
            <a:pPr indent="0" lvl="0" marL="0" marR="0" rtl="0" algn="ctr">
              <a:spcBef>
                <a:spcPts val="0"/>
              </a:spcBef>
              <a:spcAft>
                <a:spcPts val="0"/>
              </a:spcAft>
              <a:buClr>
                <a:schemeClr val="lt1"/>
              </a:buClr>
              <a:buSzPts val="1800"/>
              <a:buFont typeface="Noto Sans Symbols"/>
              <a:buNone/>
            </a:pPr>
            <a:r>
              <a:t/>
            </a:r>
            <a:endParaRPr sz="1800">
              <a:solidFill>
                <a:schemeClr val="lt1"/>
              </a:solidFill>
              <a:latin typeface="Arial"/>
              <a:ea typeface="Arial"/>
              <a:cs typeface="Arial"/>
              <a:sym typeface="Arial"/>
            </a:endParaRPr>
          </a:p>
        </p:txBody>
      </p:sp>
      <p:sp>
        <p:nvSpPr>
          <p:cNvPr id="101" name="Google Shape;101;p4"/>
          <p:cNvSpPr txBox="1"/>
          <p:nvPr/>
        </p:nvSpPr>
        <p:spPr>
          <a:xfrm>
            <a:off x="6477000" y="5602069"/>
            <a:ext cx="170751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1800"/>
              <a:buFont typeface="Noto Sans Symbols"/>
              <a:buNone/>
            </a:pPr>
            <a:r>
              <a:rPr lang="en-US" sz="1800">
                <a:solidFill>
                  <a:schemeClr val="lt1"/>
                </a:solidFill>
                <a:latin typeface="Arial"/>
                <a:ea typeface="Arial"/>
                <a:cs typeface="Arial"/>
                <a:sym typeface="Arial"/>
              </a:rPr>
              <a:t>Tính năng</a:t>
            </a:r>
            <a:endParaRPr sz="1800">
              <a:solidFill>
                <a:schemeClr val="lt1"/>
              </a:solidFill>
              <a:latin typeface="Arial"/>
              <a:ea typeface="Arial"/>
              <a:cs typeface="Arial"/>
              <a:sym typeface="Arial"/>
            </a:endParaRPr>
          </a:p>
          <a:p>
            <a:pPr indent="0" lvl="0" marL="0" marR="0" rtl="0" algn="ctr">
              <a:spcBef>
                <a:spcPts val="0"/>
              </a:spcBef>
              <a:spcAft>
                <a:spcPts val="0"/>
              </a:spcAft>
              <a:buClr>
                <a:schemeClr val="lt1"/>
              </a:buClr>
              <a:buSzPts val="1800"/>
              <a:buFont typeface="Noto Sans Symbols"/>
              <a:buNone/>
            </a:pPr>
            <a:r>
              <a:rPr lang="en-US" sz="1800">
                <a:solidFill>
                  <a:schemeClr val="lt1"/>
                </a:solidFill>
                <a:latin typeface="Arial"/>
                <a:ea typeface="Arial"/>
                <a:cs typeface="Arial"/>
                <a:sym typeface="Arial"/>
              </a:rPr>
              <a:t>(Phương thức)</a:t>
            </a:r>
            <a:endParaRPr sz="1800">
              <a:solidFill>
                <a:schemeClr val="lt1"/>
              </a:solidFill>
              <a:latin typeface="Arial"/>
              <a:ea typeface="Arial"/>
              <a:cs typeface="Arial"/>
              <a:sym typeface="Arial"/>
            </a:endParaRPr>
          </a:p>
        </p:txBody>
      </p:sp>
      <p:sp>
        <p:nvSpPr>
          <p:cNvPr id="102" name="Google Shape;102;p4"/>
          <p:cNvSpPr/>
          <p:nvPr/>
        </p:nvSpPr>
        <p:spPr>
          <a:xfrm>
            <a:off x="5943600" y="4038600"/>
            <a:ext cx="2743200" cy="2133600"/>
          </a:xfrm>
          <a:prstGeom prst="ellipse">
            <a:avLst/>
          </a:prstGeom>
          <a:noFill/>
          <a:ln cap="flat" cmpd="sng" w="635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121919" lvl="0" marL="1143000" marR="0" rtl="0" algn="l">
              <a:lnSpc>
                <a:spcPct val="100000"/>
              </a:lnSpc>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par>
                                <p:cTn fill="hold" nodeType="with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par>
                                <p:cTn fill="hold" nodeType="with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par>
                                <p:cTn fill="hold" nodeType="with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6" name="Shape 106"/>
        <p:cNvGrpSpPr/>
        <p:nvPr/>
      </p:nvGrpSpPr>
      <p:grpSpPr>
        <a:xfrm>
          <a:off x="0" y="0"/>
          <a:ext cx="0" cy="0"/>
          <a:chOff x="0" y="0"/>
          <a:chExt cx="0" cy="0"/>
        </a:xfrm>
      </p:grpSpPr>
      <p:sp>
        <p:nvSpPr>
          <p:cNvPr id="107" name="Google Shape;107;p5"/>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Khái niệm interface</a:t>
            </a:r>
            <a:endParaRPr/>
          </a:p>
        </p:txBody>
      </p:sp>
      <p:sp>
        <p:nvSpPr>
          <p:cNvPr id="108" name="Google Shape;108;p5"/>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Đặc điểm Interface:</a:t>
            </a:r>
            <a:endParaRPr/>
          </a:p>
          <a:p>
            <a:pPr indent="-228600" lvl="2" marL="1143000" rtl="0" algn="l">
              <a:spcBef>
                <a:spcPts val="480"/>
              </a:spcBef>
              <a:spcAft>
                <a:spcPts val="0"/>
              </a:spcAft>
              <a:buSzPts val="1680"/>
              <a:buChar char="■"/>
            </a:pPr>
            <a:r>
              <a:rPr lang="en-US"/>
              <a:t>Là “phần vỏ” của lớp.</a:t>
            </a:r>
            <a:endParaRPr/>
          </a:p>
          <a:p>
            <a:pPr indent="-228600" lvl="3" marL="1600200" rtl="0" algn="l">
              <a:spcBef>
                <a:spcPts val="400"/>
              </a:spcBef>
              <a:spcAft>
                <a:spcPts val="0"/>
              </a:spcAft>
              <a:buSzPts val="1400"/>
              <a:buNone/>
            </a:pPr>
            <a:r>
              <a:rPr lang="en-US"/>
              <a:t>Lớp = </a:t>
            </a:r>
            <a:r>
              <a:rPr b="1" lang="en-US">
                <a:solidFill>
                  <a:srgbClr val="FFC000"/>
                </a:solidFill>
              </a:rPr>
              <a:t>Interface</a:t>
            </a:r>
            <a:r>
              <a:rPr lang="en-US"/>
              <a:t> + Khai báo private + Cài đặt.</a:t>
            </a:r>
            <a:endParaRPr b="1">
              <a:solidFill>
                <a:srgbClr val="FFC000"/>
              </a:solidFill>
            </a:endParaRPr>
          </a:p>
          <a:p>
            <a:pPr indent="-228600" lvl="2" marL="1143000" rtl="0" algn="l">
              <a:spcBef>
                <a:spcPts val="480"/>
              </a:spcBef>
              <a:spcAft>
                <a:spcPts val="0"/>
              </a:spcAft>
              <a:buSzPts val="1680"/>
              <a:buChar char="■"/>
            </a:pPr>
            <a:r>
              <a:rPr lang="en-US"/>
              <a:t>Không chứa cài đặt.</a:t>
            </a:r>
            <a:endParaRPr/>
          </a:p>
          <a:p>
            <a:pPr indent="-228600" lvl="2" marL="1143000" rtl="0" algn="l">
              <a:spcBef>
                <a:spcPts val="480"/>
              </a:spcBef>
              <a:spcAft>
                <a:spcPts val="0"/>
              </a:spcAft>
              <a:buSzPts val="1680"/>
              <a:buChar char="■"/>
            </a:pPr>
            <a:r>
              <a:rPr lang="en-US"/>
              <a:t>Giao thức giao tiếp của đối tượng.</a:t>
            </a:r>
            <a:endParaRPr/>
          </a:p>
          <a:p>
            <a:pPr indent="-342900" lvl="0" marL="342900" rtl="0" algn="l">
              <a:spcBef>
                <a:spcPts val="360"/>
              </a:spcBef>
              <a:spcAft>
                <a:spcPts val="0"/>
              </a:spcAft>
              <a:buSzPts val="1260"/>
              <a:buNone/>
            </a:pPr>
            <a:r>
              <a:rPr lang="en-US" sz="1800"/>
              <a:t>	class PhanSo</a:t>
            </a:r>
            <a:br>
              <a:rPr lang="en-US" sz="1800"/>
            </a:br>
            <a:r>
              <a:rPr lang="en-US" sz="1800"/>
              <a:t>{</a:t>
            </a:r>
            <a:br>
              <a:rPr lang="en-US" sz="1800"/>
            </a:br>
            <a:r>
              <a:rPr lang="en-US" sz="1800"/>
              <a:t>private:</a:t>
            </a:r>
            <a:br>
              <a:rPr lang="en-US" sz="1800"/>
            </a:br>
            <a:r>
              <a:rPr lang="en-US" sz="1800"/>
              <a:t>	int   m_tu;</a:t>
            </a:r>
            <a:br>
              <a:rPr lang="en-US" sz="1800"/>
            </a:br>
            <a:r>
              <a:rPr lang="en-US" sz="1800"/>
              <a:t>	int   m_mau;</a:t>
            </a:r>
            <a:br>
              <a:rPr lang="en-US" sz="1800"/>
            </a:br>
            <a:r>
              <a:rPr lang="en-US" sz="1800"/>
              <a:t>public:</a:t>
            </a:r>
            <a:br>
              <a:rPr lang="en-US" sz="1800"/>
            </a:br>
            <a:r>
              <a:rPr b="1" lang="en-US" sz="1800">
                <a:solidFill>
                  <a:srgbClr val="FFC000"/>
                </a:solidFill>
              </a:rPr>
              <a:t>	PhanSo( int tu, int mau );</a:t>
            </a:r>
            <a:br>
              <a:rPr b="1" lang="en-US" sz="1800">
                <a:solidFill>
                  <a:srgbClr val="FFC000"/>
                </a:solidFill>
              </a:rPr>
            </a:br>
            <a:r>
              <a:rPr b="1" lang="en-US" sz="1800">
                <a:solidFill>
                  <a:srgbClr val="FFC000"/>
                </a:solidFill>
              </a:rPr>
              <a:t>	PhanSo rutGon( );</a:t>
            </a:r>
            <a:br>
              <a:rPr b="1" lang="en-US" sz="1800">
                <a:solidFill>
                  <a:srgbClr val="FFC000"/>
                </a:solidFill>
              </a:rPr>
            </a:br>
            <a:r>
              <a:rPr b="1" lang="en-US" sz="1800">
                <a:solidFill>
                  <a:srgbClr val="FFC000"/>
                </a:solidFill>
              </a:rPr>
              <a:t>	PhanSo nghichDao( );</a:t>
            </a:r>
            <a:br>
              <a:rPr lang="en-US" sz="1800"/>
            </a:br>
            <a:r>
              <a:rPr lang="en-US" sz="1800"/>
              <a:t>};</a:t>
            </a:r>
            <a:endParaRPr sz="1800"/>
          </a:p>
        </p:txBody>
      </p:sp>
      <p:sp>
        <p:nvSpPr>
          <p:cNvPr id="109" name="Google Shape;109;p5"/>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10" name="Google Shape;110;p5"/>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111" name="Google Shape;111;p5"/>
          <p:cNvSpPr/>
          <p:nvPr/>
        </p:nvSpPr>
        <p:spPr>
          <a:xfrm>
            <a:off x="5410200" y="3352800"/>
            <a:ext cx="3429000" cy="31242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void xuLy( </a:t>
            </a:r>
            <a:r>
              <a:rPr b="1" lang="en-US" sz="1800">
                <a:solidFill>
                  <a:srgbClr val="FFC000"/>
                </a:solidFill>
                <a:latin typeface="Arial"/>
                <a:ea typeface="Arial"/>
                <a:cs typeface="Arial"/>
                <a:sym typeface="Arial"/>
              </a:rPr>
              <a:t>PhanSo  p </a:t>
            </a: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 Xử lý trên p…</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void main()</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PhanSo  p1( 1, 2 );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PhanSo  p2( 1, 3 );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t>
            </a:r>
            <a:r>
              <a:rPr b="1" lang="en-US" sz="1800">
                <a:solidFill>
                  <a:srgbClr val="FFC000"/>
                </a:solidFill>
                <a:latin typeface="Arial"/>
                <a:ea typeface="Arial"/>
                <a:cs typeface="Arial"/>
                <a:sym typeface="Arial"/>
              </a:rPr>
              <a:t>xuLy( p1 );</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xuLy( p2 );</a:t>
            </a:r>
            <a:br>
              <a:rPr b="1" lang="en-US" sz="1800">
                <a:solidFill>
                  <a:srgbClr val="FFC000"/>
                </a:solidFill>
                <a:latin typeface="Arial"/>
                <a:ea typeface="Arial"/>
                <a:cs typeface="Arial"/>
                <a:sym typeface="Arial"/>
              </a:rPr>
            </a:br>
            <a:r>
              <a:rPr lang="en-US" sz="1800">
                <a:solidFill>
                  <a:schemeClr val="lt1"/>
                </a:solidFill>
                <a:latin typeface="Arial"/>
                <a:ea typeface="Arial"/>
                <a:cs typeface="Arial"/>
                <a:sym typeface="Arial"/>
              </a:rPr>
              <a:t>}</a:t>
            </a:r>
            <a:endParaRPr/>
          </a:p>
        </p:txBody>
      </p:sp>
      <p:sp>
        <p:nvSpPr>
          <p:cNvPr id="112" name="Google Shape;112;p5"/>
          <p:cNvSpPr/>
          <p:nvPr/>
        </p:nvSpPr>
        <p:spPr>
          <a:xfrm>
            <a:off x="6248400" y="2743200"/>
            <a:ext cx="2667000" cy="533400"/>
          </a:xfrm>
          <a:prstGeom prst="wedgeRoundRectCallout">
            <a:avLst>
              <a:gd fmla="val -4471" name="adj1"/>
              <a:gd fmla="val 78660"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Nhận interface PhanSo</a:t>
            </a:r>
            <a:endParaRPr sz="1800">
              <a:solidFill>
                <a:srgbClr val="0000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sp>
        <p:nvSpPr>
          <p:cNvPr id="117" name="Google Shape;117;p6"/>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Khái niệm interface</a:t>
            </a:r>
            <a:endParaRPr/>
          </a:p>
        </p:txBody>
      </p:sp>
      <p:sp>
        <p:nvSpPr>
          <p:cNvPr id="118" name="Google Shape;118;p6"/>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Interface trong kế thừa:</a:t>
            </a:r>
            <a:endParaRPr/>
          </a:p>
          <a:p>
            <a:pPr indent="-228600" lvl="2" marL="1143000" rtl="0" algn="l">
              <a:spcBef>
                <a:spcPts val="480"/>
              </a:spcBef>
              <a:spcAft>
                <a:spcPts val="0"/>
              </a:spcAft>
              <a:buSzPts val="1680"/>
              <a:buChar char="■"/>
            </a:pPr>
            <a:r>
              <a:rPr lang="en-US"/>
              <a:t>Lớp kế thừa:</a:t>
            </a:r>
            <a:endParaRPr/>
          </a:p>
          <a:p>
            <a:pPr indent="-228600" lvl="3" marL="1600200" rtl="0" algn="l">
              <a:spcBef>
                <a:spcPts val="400"/>
              </a:spcBef>
              <a:spcAft>
                <a:spcPts val="0"/>
              </a:spcAft>
              <a:buSzPts val="1400"/>
              <a:buChar char="⮚"/>
            </a:pPr>
            <a:r>
              <a:rPr lang="en-US"/>
              <a:t>Thừa hưởng thuộc tính/phương thức từ lớp cơ sở.</a:t>
            </a:r>
            <a:endParaRPr/>
          </a:p>
          <a:p>
            <a:pPr indent="-228600" lvl="3" marL="1600200" rtl="0" algn="l">
              <a:spcBef>
                <a:spcPts val="400"/>
              </a:spcBef>
              <a:spcAft>
                <a:spcPts val="0"/>
              </a:spcAft>
              <a:buSzPts val="1400"/>
              <a:buNone/>
            </a:pPr>
            <a:r>
              <a:rPr lang="en-US"/>
              <a:t>🡺 Thừa hưởng interface của lớp cơ sở.</a:t>
            </a:r>
            <a:endParaRPr/>
          </a:p>
          <a:p>
            <a:pPr indent="-228600" lvl="3" marL="1600200" rtl="0" algn="l">
              <a:spcBef>
                <a:spcPts val="400"/>
              </a:spcBef>
              <a:spcAft>
                <a:spcPts val="0"/>
              </a:spcAft>
              <a:buSzPts val="1400"/>
              <a:buNone/>
            </a:pPr>
            <a:r>
              <a:rPr lang="en-US"/>
              <a:t>🡺 Có cùng giao thức giao tiếp của lớp cơ sở.</a:t>
            </a:r>
            <a:endParaRPr/>
          </a:p>
          <a:p>
            <a:pPr indent="-228600" lvl="2" marL="1143000" rtl="0" algn="l">
              <a:spcBef>
                <a:spcPts val="480"/>
              </a:spcBef>
              <a:spcAft>
                <a:spcPts val="0"/>
              </a:spcAft>
              <a:buSzPts val="1680"/>
              <a:buChar char="■"/>
            </a:pPr>
            <a:r>
              <a:rPr lang="en-US"/>
              <a:t>Tính đa hình trong kế thừa:</a:t>
            </a:r>
            <a:endParaRPr/>
          </a:p>
          <a:p>
            <a:pPr indent="-228600" lvl="3" marL="1600200" rtl="0" algn="l">
              <a:spcBef>
                <a:spcPts val="400"/>
              </a:spcBef>
              <a:spcAft>
                <a:spcPts val="0"/>
              </a:spcAft>
              <a:buSzPts val="1400"/>
              <a:buChar char="⮚"/>
            </a:pPr>
            <a:r>
              <a:rPr lang="en-US"/>
              <a:t>Hàm nhận đối tượng lớp cơ sở</a:t>
            </a:r>
            <a:endParaRPr/>
          </a:p>
          <a:p>
            <a:pPr indent="-228600" lvl="3" marL="1600200" rtl="0" algn="l">
              <a:spcBef>
                <a:spcPts val="400"/>
              </a:spcBef>
              <a:spcAft>
                <a:spcPts val="0"/>
              </a:spcAft>
              <a:buSzPts val="1400"/>
              <a:buNone/>
            </a:pPr>
            <a:r>
              <a:rPr lang="en-US"/>
              <a:t>	🡺 Cũng nhận đối tượng lớp kế thừa.</a:t>
            </a:r>
            <a:endParaRPr/>
          </a:p>
          <a:p>
            <a:pPr indent="-228600" lvl="3" marL="1600200" rtl="0" algn="l">
              <a:spcBef>
                <a:spcPts val="400"/>
              </a:spcBef>
              <a:spcAft>
                <a:spcPts val="0"/>
              </a:spcAft>
              <a:buSzPts val="1400"/>
              <a:buChar char="⮚"/>
            </a:pPr>
            <a:r>
              <a:rPr lang="en-US"/>
              <a:t>Con trỏ kiểu lớp cơ sở</a:t>
            </a:r>
            <a:endParaRPr/>
          </a:p>
          <a:p>
            <a:pPr indent="-228600" lvl="3" marL="1600200" rtl="0" algn="l">
              <a:spcBef>
                <a:spcPts val="400"/>
              </a:spcBef>
              <a:spcAft>
                <a:spcPts val="0"/>
              </a:spcAft>
              <a:buSzPts val="1400"/>
              <a:buNone/>
            </a:pPr>
            <a:r>
              <a:rPr lang="en-US"/>
              <a:t>	🡺 Có thể trỏ đến đối tượng lớp kế thừa.</a:t>
            </a:r>
            <a:endParaRPr/>
          </a:p>
          <a:p>
            <a:pPr indent="-228600" lvl="2" marL="1143000" rtl="0" algn="l">
              <a:spcBef>
                <a:spcPts val="480"/>
              </a:spcBef>
              <a:spcAft>
                <a:spcPts val="0"/>
              </a:spcAft>
              <a:buSzPts val="1680"/>
              <a:buNone/>
            </a:pPr>
            <a:r>
              <a:t/>
            </a:r>
            <a:endParaRPr/>
          </a:p>
        </p:txBody>
      </p:sp>
      <p:sp>
        <p:nvSpPr>
          <p:cNvPr id="119" name="Google Shape;119;p6"/>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20" name="Google Shape;120;p6"/>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4" name="Shape 124"/>
        <p:cNvGrpSpPr/>
        <p:nvPr/>
      </p:nvGrpSpPr>
      <p:grpSpPr>
        <a:xfrm>
          <a:off x="0" y="0"/>
          <a:ext cx="0" cy="0"/>
          <a:chOff x="0" y="0"/>
          <a:chExt cx="0" cy="0"/>
        </a:xfrm>
      </p:grpSpPr>
      <p:sp>
        <p:nvSpPr>
          <p:cNvPr id="125" name="Google Shape;125;p7"/>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Khái niệm interface</a:t>
            </a:r>
            <a:endParaRPr/>
          </a:p>
        </p:txBody>
      </p:sp>
      <p:sp>
        <p:nvSpPr>
          <p:cNvPr id="126" name="Google Shape;126;p7"/>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Interface trong kế thừa:</a:t>
            </a:r>
            <a:endParaRPr/>
          </a:p>
          <a:p>
            <a:pPr indent="-342900" lvl="0" marL="342900" rtl="0" algn="l">
              <a:spcBef>
                <a:spcPts val="360"/>
              </a:spcBef>
              <a:spcAft>
                <a:spcPts val="0"/>
              </a:spcAft>
              <a:buSzPts val="1260"/>
              <a:buNone/>
            </a:pPr>
            <a:r>
              <a:rPr lang="en-US" sz="1800"/>
              <a:t>	class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void talk()  </a:t>
            </a:r>
            <a:r>
              <a:rPr lang="en-US" sz="1800"/>
              <a:t>{  cout &lt;&lt; “Don’t talk”;  }</a:t>
            </a:r>
            <a:br>
              <a:rPr lang="en-US" sz="1800"/>
            </a:br>
            <a:r>
              <a:rPr lang="en-US" sz="1800"/>
              <a:t>};</a:t>
            </a:r>
            <a:br>
              <a:rPr lang="en-US" sz="1800"/>
            </a:br>
            <a:br>
              <a:rPr lang="en-US" sz="1800"/>
            </a:br>
            <a:r>
              <a:rPr lang="en-US" sz="1800"/>
              <a:t>class </a:t>
            </a:r>
            <a:r>
              <a:rPr b="1" lang="en-US" sz="1800">
                <a:solidFill>
                  <a:srgbClr val="FFC000"/>
                </a:solidFill>
              </a:rPr>
              <a:t>Cat</a:t>
            </a:r>
            <a:r>
              <a:rPr lang="en-US" sz="1800"/>
              <a:t>: public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void talk()  </a:t>
            </a:r>
            <a:r>
              <a:rPr lang="en-US" sz="1800"/>
              <a:t>{  cout &lt;&lt; “Meo meo”;  }</a:t>
            </a:r>
            <a:br>
              <a:rPr lang="en-US" sz="1800"/>
            </a:br>
            <a:r>
              <a:rPr lang="en-US" sz="1800"/>
              <a:t>};</a:t>
            </a:r>
            <a:br>
              <a:rPr lang="en-US" sz="1800"/>
            </a:br>
            <a:br>
              <a:rPr lang="en-US" sz="1800"/>
            </a:br>
            <a:r>
              <a:rPr lang="en-US" sz="1800"/>
              <a:t>class </a:t>
            </a:r>
            <a:r>
              <a:rPr b="1" lang="en-US" sz="1800">
                <a:solidFill>
                  <a:srgbClr val="FFC000"/>
                </a:solidFill>
              </a:rPr>
              <a:t>Dog</a:t>
            </a:r>
            <a:r>
              <a:rPr lang="en-US" sz="1800"/>
              <a:t>: public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void talk()  </a:t>
            </a:r>
            <a:r>
              <a:rPr lang="en-US" sz="1800"/>
              <a:t>{  cout &lt;&lt; “Gau gau”;  }</a:t>
            </a:r>
            <a:br>
              <a:rPr lang="en-US" sz="1800"/>
            </a:br>
            <a:r>
              <a:rPr lang="en-US" sz="1800"/>
              <a:t>};</a:t>
            </a:r>
            <a:endParaRPr/>
          </a:p>
        </p:txBody>
      </p:sp>
      <p:sp>
        <p:nvSpPr>
          <p:cNvPr id="127" name="Google Shape;127;p7"/>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28" name="Google Shape;128;p7"/>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129" name="Google Shape;129;p7"/>
          <p:cNvSpPr/>
          <p:nvPr/>
        </p:nvSpPr>
        <p:spPr>
          <a:xfrm>
            <a:off x="5562600" y="1676400"/>
            <a:ext cx="3276600" cy="4800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void xuLy(</a:t>
            </a:r>
            <a:r>
              <a:rPr b="1" lang="en-US" sz="1800">
                <a:solidFill>
                  <a:srgbClr val="FFC000"/>
                </a:solidFill>
                <a:latin typeface="Arial"/>
                <a:ea typeface="Arial"/>
                <a:cs typeface="Arial"/>
                <a:sym typeface="Arial"/>
              </a:rPr>
              <a:t>Animal  p</a:t>
            </a: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p.talk();</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void main()</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Animal   a;</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Cat	c;</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Dog       d;</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t>
            </a:r>
            <a:r>
              <a:rPr b="1" lang="en-US" sz="1800">
                <a:solidFill>
                  <a:srgbClr val="FFC000"/>
                </a:solidFill>
                <a:latin typeface="Arial"/>
                <a:ea typeface="Arial"/>
                <a:cs typeface="Arial"/>
                <a:sym typeface="Arial"/>
              </a:rPr>
              <a:t>xuLy(a);</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xuLy(c);</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xuLy(d);</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a:t>
            </a:r>
            <a:r>
              <a:rPr lang="en-US" sz="1800">
                <a:solidFill>
                  <a:schemeClr val="lt1"/>
                </a:solidFill>
                <a:latin typeface="Arial"/>
                <a:ea typeface="Arial"/>
                <a:cs typeface="Arial"/>
                <a:sym typeface="Arial"/>
              </a:rPr>
              <a:t>Animal  *p;</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 = &amp;a;</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 = &amp;c;</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 = &amp;d;</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endParaRPr/>
          </a:p>
        </p:txBody>
      </p:sp>
      <p:sp>
        <p:nvSpPr>
          <p:cNvPr id="130" name="Google Shape;130;p7"/>
          <p:cNvSpPr/>
          <p:nvPr/>
        </p:nvSpPr>
        <p:spPr>
          <a:xfrm>
            <a:off x="5867400" y="1066800"/>
            <a:ext cx="3124200" cy="533400"/>
          </a:xfrm>
          <a:prstGeom prst="wedgeRoundRectCallout">
            <a:avLst>
              <a:gd fmla="val -4471" name="adj1"/>
              <a:gd fmla="val 78660"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Chấp nhận interface Animal</a:t>
            </a:r>
            <a:endParaRPr sz="1800">
              <a:solidFill>
                <a:srgbClr val="0000FF"/>
              </a:solidFill>
              <a:latin typeface="Arial"/>
              <a:ea typeface="Arial"/>
              <a:cs typeface="Arial"/>
              <a:sym typeface="Arial"/>
            </a:endParaRPr>
          </a:p>
        </p:txBody>
      </p:sp>
      <p:sp>
        <p:nvSpPr>
          <p:cNvPr id="131" name="Google Shape;131;p7"/>
          <p:cNvSpPr/>
          <p:nvPr/>
        </p:nvSpPr>
        <p:spPr>
          <a:xfrm>
            <a:off x="7696200" y="2819400"/>
            <a:ext cx="1371600" cy="1371600"/>
          </a:xfrm>
          <a:prstGeom prst="wedgeRoundRectCallout">
            <a:avLst>
              <a:gd fmla="val -53510" name="adj1"/>
              <a:gd fmla="val 71560"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FF"/>
              </a:buClr>
              <a:buSzPts val="1600"/>
              <a:buFont typeface="Noto Sans Symbols"/>
              <a:buNone/>
            </a:pPr>
            <a:r>
              <a:rPr lang="en-US" sz="1600">
                <a:solidFill>
                  <a:srgbClr val="0000FF"/>
                </a:solidFill>
                <a:latin typeface="Arial"/>
                <a:ea typeface="Arial"/>
                <a:cs typeface="Arial"/>
                <a:sym typeface="Arial"/>
              </a:rPr>
              <a:t>Chấp nhận các đối tượng có interface Animal</a:t>
            </a:r>
            <a:endParaRPr sz="1600">
              <a:solidFill>
                <a:srgbClr val="0000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6" name="Shape 136"/>
        <p:cNvGrpSpPr/>
        <p:nvPr/>
      </p:nvGrpSpPr>
      <p:grpSpPr>
        <a:xfrm>
          <a:off x="0" y="0"/>
          <a:ext cx="0" cy="0"/>
          <a:chOff x="0" y="0"/>
          <a:chExt cx="0" cy="0"/>
        </a:xfrm>
      </p:grpSpPr>
      <p:sp>
        <p:nvSpPr>
          <p:cNvPr id="137" name="Google Shape;137;p8"/>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Nội dung</a:t>
            </a:r>
            <a:endParaRPr/>
          </a:p>
        </p:txBody>
      </p:sp>
      <p:sp>
        <p:nvSpPr>
          <p:cNvPr id="138" name="Google Shape;138;p8"/>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Khái niệm interface.</a:t>
            </a:r>
            <a:endParaRPr/>
          </a:p>
          <a:p>
            <a:pPr indent="-342900" lvl="0" marL="342900" rtl="0" algn="l">
              <a:spcBef>
                <a:spcPts val="640"/>
              </a:spcBef>
              <a:spcAft>
                <a:spcPts val="0"/>
              </a:spcAft>
              <a:buSzPts val="2240"/>
              <a:buChar char="■"/>
            </a:pPr>
            <a:r>
              <a:rPr b="1" lang="en-US">
                <a:solidFill>
                  <a:srgbClr val="FFC000"/>
                </a:solidFill>
              </a:rPr>
              <a:t>Hàm ảo và liên kết động.</a:t>
            </a:r>
            <a:endParaRPr/>
          </a:p>
          <a:p>
            <a:pPr indent="-342900" lvl="0" marL="342900" rtl="0" algn="l">
              <a:spcBef>
                <a:spcPts val="640"/>
              </a:spcBef>
              <a:spcAft>
                <a:spcPts val="0"/>
              </a:spcAft>
              <a:buSzPts val="2240"/>
              <a:buChar char="■"/>
            </a:pPr>
            <a:r>
              <a:rPr lang="en-US"/>
              <a:t>Phương thức hủy ảo.</a:t>
            </a:r>
            <a:endParaRPr/>
          </a:p>
        </p:txBody>
      </p:sp>
      <p:sp>
        <p:nvSpPr>
          <p:cNvPr id="139" name="Google Shape;139;p8"/>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40" name="Google Shape;140;p8"/>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4" name="Shape 144"/>
        <p:cNvGrpSpPr/>
        <p:nvPr/>
      </p:nvGrpSpPr>
      <p:grpSpPr>
        <a:xfrm>
          <a:off x="0" y="0"/>
          <a:ext cx="0" cy="0"/>
          <a:chOff x="0" y="0"/>
          <a:chExt cx="0" cy="0"/>
        </a:xfrm>
      </p:grpSpPr>
      <p:sp>
        <p:nvSpPr>
          <p:cNvPr id="145" name="Google Shape;145;p9"/>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Hàm ảo và liên kết động</a:t>
            </a:r>
            <a:endParaRPr/>
          </a:p>
        </p:txBody>
      </p:sp>
      <p:sp>
        <p:nvSpPr>
          <p:cNvPr id="146" name="Google Shape;146;p9"/>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Vấn đề liên kết tĩnh trong C++:</a:t>
            </a:r>
            <a:endParaRPr/>
          </a:p>
          <a:p>
            <a:pPr indent="-342900" lvl="0" marL="342900" rtl="0" algn="l">
              <a:spcBef>
                <a:spcPts val="360"/>
              </a:spcBef>
              <a:spcAft>
                <a:spcPts val="0"/>
              </a:spcAft>
              <a:buSzPts val="1260"/>
              <a:buNone/>
            </a:pPr>
            <a:r>
              <a:rPr lang="en-US" sz="1800"/>
              <a:t>	class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void talk()  </a:t>
            </a:r>
            <a:r>
              <a:rPr lang="en-US" sz="1800"/>
              <a:t>{ cout &lt;&lt; “Don’t talk”; }</a:t>
            </a:r>
            <a:br>
              <a:rPr lang="en-US" sz="1800"/>
            </a:br>
            <a:r>
              <a:rPr lang="en-US" sz="1800"/>
              <a:t>};</a:t>
            </a:r>
            <a:br>
              <a:rPr lang="en-US" sz="1800"/>
            </a:br>
            <a:br>
              <a:rPr lang="en-US" sz="1800"/>
            </a:br>
            <a:r>
              <a:rPr lang="en-US" sz="1800"/>
              <a:t>class </a:t>
            </a:r>
            <a:r>
              <a:rPr b="1" lang="en-US" sz="1800">
                <a:solidFill>
                  <a:srgbClr val="FFC000"/>
                </a:solidFill>
              </a:rPr>
              <a:t>Cat</a:t>
            </a:r>
            <a:r>
              <a:rPr lang="en-US" sz="1800"/>
              <a:t>: public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void talk()  </a:t>
            </a:r>
            <a:r>
              <a:rPr lang="en-US" sz="1800"/>
              <a:t>{ cout &lt;&lt; “Meo meo”; }</a:t>
            </a:r>
            <a:br>
              <a:rPr lang="en-US" sz="1800"/>
            </a:br>
            <a:r>
              <a:rPr lang="en-US" sz="1800"/>
              <a:t>};</a:t>
            </a:r>
            <a:br>
              <a:rPr lang="en-US" sz="1800"/>
            </a:br>
            <a:br>
              <a:rPr lang="en-US" sz="1800"/>
            </a:br>
            <a:r>
              <a:rPr lang="en-US" sz="1800"/>
              <a:t>class </a:t>
            </a:r>
            <a:r>
              <a:rPr b="1" lang="en-US" sz="1800">
                <a:solidFill>
                  <a:srgbClr val="FFC000"/>
                </a:solidFill>
              </a:rPr>
              <a:t>Dog</a:t>
            </a:r>
            <a:r>
              <a:rPr lang="en-US" sz="1800"/>
              <a:t>: public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void talk()  </a:t>
            </a:r>
            <a:r>
              <a:rPr lang="en-US" sz="1800"/>
              <a:t>{ cout &lt;&lt; “Gau gau”; }</a:t>
            </a:r>
            <a:br>
              <a:rPr lang="en-US" sz="1800"/>
            </a:br>
            <a:r>
              <a:rPr lang="en-US" sz="1800"/>
              <a:t>};</a:t>
            </a:r>
            <a:endParaRPr sz="1800"/>
          </a:p>
        </p:txBody>
      </p:sp>
      <p:sp>
        <p:nvSpPr>
          <p:cNvPr id="147" name="Google Shape;147;p9"/>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48" name="Google Shape;148;p9"/>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149" name="Google Shape;149;p9"/>
          <p:cNvSpPr/>
          <p:nvPr/>
        </p:nvSpPr>
        <p:spPr>
          <a:xfrm>
            <a:off x="5562600" y="1676400"/>
            <a:ext cx="3276600" cy="4800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void xuLy(</a:t>
            </a:r>
            <a:r>
              <a:rPr b="1" lang="en-US" sz="1800">
                <a:solidFill>
                  <a:srgbClr val="FFC000"/>
                </a:solidFill>
                <a:latin typeface="Arial"/>
                <a:ea typeface="Arial"/>
                <a:cs typeface="Arial"/>
                <a:sym typeface="Arial"/>
              </a:rPr>
              <a:t>Animal  p</a:t>
            </a: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p.talk();</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void main()</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Cat	c;</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Dog       d;</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t>
            </a:r>
            <a:r>
              <a:rPr b="1" lang="en-US" sz="1800">
                <a:solidFill>
                  <a:srgbClr val="FFC000"/>
                </a:solidFill>
                <a:latin typeface="Arial"/>
                <a:ea typeface="Arial"/>
                <a:cs typeface="Arial"/>
                <a:sym typeface="Arial"/>
              </a:rPr>
              <a:t>xuLy(c);</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xuLy(d);</a:t>
            </a:r>
            <a:br>
              <a:rPr b="1" lang="en-US" sz="1800">
                <a:solidFill>
                  <a:srgbClr val="FFC000"/>
                </a:solidFill>
                <a:latin typeface="Arial"/>
                <a:ea typeface="Arial"/>
                <a:cs typeface="Arial"/>
                <a:sym typeface="Arial"/>
              </a:rPr>
            </a:b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a:t>
            </a:r>
            <a:r>
              <a:rPr lang="en-US" sz="1800">
                <a:solidFill>
                  <a:schemeClr val="lt1"/>
                </a:solidFill>
                <a:latin typeface="Arial"/>
                <a:ea typeface="Arial"/>
                <a:cs typeface="Arial"/>
                <a:sym typeface="Arial"/>
              </a:rPr>
              <a:t>Animal  *p;</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 = &amp;c;</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p-&gt;talk();</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 = &amp;d;</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p-&gt;talk();</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endParaRPr/>
          </a:p>
        </p:txBody>
      </p:sp>
      <p:sp>
        <p:nvSpPr>
          <p:cNvPr id="150" name="Google Shape;150;p9"/>
          <p:cNvSpPr/>
          <p:nvPr/>
        </p:nvSpPr>
        <p:spPr>
          <a:xfrm>
            <a:off x="7772400" y="2133600"/>
            <a:ext cx="1219200" cy="1295400"/>
          </a:xfrm>
          <a:prstGeom prst="wedgeRoundRectCallout">
            <a:avLst>
              <a:gd fmla="val -83407" name="adj1"/>
              <a:gd fmla="val -22987"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Liên kết cài đặt Animal</a:t>
            </a:r>
            <a:endParaRPr/>
          </a:p>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khi dịch</a:t>
            </a:r>
            <a:endParaRPr sz="1800">
              <a:solidFill>
                <a:srgbClr val="0000FF"/>
              </a:solidFill>
              <a:latin typeface="Arial"/>
              <a:ea typeface="Arial"/>
              <a:cs typeface="Arial"/>
              <a:sym typeface="Arial"/>
            </a:endParaRPr>
          </a:p>
        </p:txBody>
      </p:sp>
      <p:sp>
        <p:nvSpPr>
          <p:cNvPr id="151" name="Google Shape;151;p9"/>
          <p:cNvSpPr/>
          <p:nvPr/>
        </p:nvSpPr>
        <p:spPr>
          <a:xfrm>
            <a:off x="7772400" y="4495800"/>
            <a:ext cx="1219200" cy="1219200"/>
          </a:xfrm>
          <a:prstGeom prst="wedgeRoundRectCallout">
            <a:avLst>
              <a:gd fmla="val -60030" name="adj1"/>
              <a:gd fmla="val 78311"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Liên kết cài đặt Animal</a:t>
            </a:r>
            <a:endParaRPr/>
          </a:p>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khi dịch</a:t>
            </a:r>
            <a:endParaRPr sz="1800">
              <a:solidFill>
                <a:srgbClr val="0000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5" name="Shape 155"/>
        <p:cNvGrpSpPr/>
        <p:nvPr/>
      </p:nvGrpSpPr>
      <p:grpSpPr>
        <a:xfrm>
          <a:off x="0" y="0"/>
          <a:ext cx="0" cy="0"/>
          <a:chOff x="0" y="0"/>
          <a:chExt cx="0" cy="0"/>
        </a:xfrm>
      </p:grpSpPr>
      <p:sp>
        <p:nvSpPr>
          <p:cNvPr id="156" name="Google Shape;156;p10"/>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Hàm ảo và liên kết động</a:t>
            </a:r>
            <a:endParaRPr/>
          </a:p>
        </p:txBody>
      </p:sp>
      <p:sp>
        <p:nvSpPr>
          <p:cNvPr id="157" name="Google Shape;157;p10"/>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Khái niệm hàm ảo:</a:t>
            </a:r>
            <a:endParaRPr/>
          </a:p>
          <a:p>
            <a:pPr indent="-228600" lvl="2" marL="1143000" rtl="0" algn="l">
              <a:spcBef>
                <a:spcPts val="480"/>
              </a:spcBef>
              <a:spcAft>
                <a:spcPts val="0"/>
              </a:spcAft>
              <a:buSzPts val="1680"/>
              <a:buChar char="■"/>
            </a:pPr>
            <a:r>
              <a:rPr lang="en-US"/>
              <a:t>Hàm bình thường:</a:t>
            </a:r>
            <a:endParaRPr/>
          </a:p>
          <a:p>
            <a:pPr indent="-228600" lvl="3" marL="1600200" rtl="0" algn="l">
              <a:spcBef>
                <a:spcPts val="400"/>
              </a:spcBef>
              <a:spcAft>
                <a:spcPts val="0"/>
              </a:spcAft>
              <a:buSzPts val="1400"/>
              <a:buChar char="⮚"/>
            </a:pPr>
            <a:r>
              <a:rPr lang="en-US"/>
              <a:t>Lời gọi hàm gắn với cài đặt hàm lúc dịch 🡺 Liên kết tĩnh.</a:t>
            </a:r>
            <a:endParaRPr/>
          </a:p>
          <a:p>
            <a:pPr indent="-228600" lvl="2" marL="1143000" rtl="0" algn="l">
              <a:spcBef>
                <a:spcPts val="480"/>
              </a:spcBef>
              <a:spcAft>
                <a:spcPts val="0"/>
              </a:spcAft>
              <a:buSzPts val="1680"/>
              <a:buChar char="■"/>
            </a:pPr>
            <a:r>
              <a:rPr lang="en-US"/>
              <a:t>Hàm ảo:</a:t>
            </a:r>
            <a:endParaRPr/>
          </a:p>
          <a:p>
            <a:pPr indent="-228600" lvl="3" marL="1600200" rtl="0" algn="l">
              <a:spcBef>
                <a:spcPts val="400"/>
              </a:spcBef>
              <a:spcAft>
                <a:spcPts val="0"/>
              </a:spcAft>
              <a:buSzPts val="1400"/>
              <a:buChar char="⮚"/>
            </a:pPr>
            <a:r>
              <a:rPr lang="en-US"/>
              <a:t>Hàm đặc biệt.</a:t>
            </a:r>
            <a:endParaRPr/>
          </a:p>
          <a:p>
            <a:pPr indent="-228600" lvl="3" marL="1600200" rtl="0" algn="l">
              <a:spcBef>
                <a:spcPts val="400"/>
              </a:spcBef>
              <a:spcAft>
                <a:spcPts val="0"/>
              </a:spcAft>
              <a:buSzPts val="1400"/>
              <a:buChar char="⮚"/>
            </a:pPr>
            <a:r>
              <a:rPr lang="en-US"/>
              <a:t>Lời gọi hàm chỉ gắn với interface.</a:t>
            </a:r>
            <a:endParaRPr/>
          </a:p>
          <a:p>
            <a:pPr indent="-228600" lvl="3" marL="1600200" rtl="0" algn="l">
              <a:spcBef>
                <a:spcPts val="400"/>
              </a:spcBef>
              <a:spcAft>
                <a:spcPts val="0"/>
              </a:spcAft>
              <a:buSzPts val="1400"/>
              <a:buChar char="⮚"/>
            </a:pPr>
            <a:r>
              <a:rPr lang="en-US"/>
              <a:t>Bỏ ngỏ phần cài đặt  🡺 Liên kết động</a:t>
            </a:r>
            <a:endParaRPr/>
          </a:p>
          <a:p>
            <a:pPr indent="-228600" lvl="3" marL="1600200" rtl="0" algn="l">
              <a:spcBef>
                <a:spcPts val="400"/>
              </a:spcBef>
              <a:spcAft>
                <a:spcPts val="0"/>
              </a:spcAft>
              <a:buSzPts val="1400"/>
              <a:buNone/>
            </a:pPr>
            <a:r>
              <a:rPr lang="en-US"/>
              <a:t>	🡺 Được gắn động vào lúc chạy.</a:t>
            </a:r>
            <a:endParaRPr/>
          </a:p>
          <a:p>
            <a:pPr indent="-228600" lvl="3" marL="1600200" rtl="0" algn="l">
              <a:spcBef>
                <a:spcPts val="400"/>
              </a:spcBef>
              <a:spcAft>
                <a:spcPts val="0"/>
              </a:spcAft>
              <a:buSzPts val="1400"/>
              <a:buNone/>
            </a:pPr>
            <a:r>
              <a:rPr lang="en-US"/>
              <a:t>	🡺 Tùy thuộc đối tượng lúc chạy.</a:t>
            </a:r>
            <a:endParaRPr/>
          </a:p>
          <a:p>
            <a:pPr indent="-228600" lvl="2" marL="1143000" rtl="0" algn="l">
              <a:spcBef>
                <a:spcPts val="480"/>
              </a:spcBef>
              <a:spcAft>
                <a:spcPts val="0"/>
              </a:spcAft>
              <a:buSzPts val="1680"/>
              <a:buChar char="■"/>
            </a:pPr>
            <a:r>
              <a:rPr lang="en-US"/>
              <a:t>Trong C++:</a:t>
            </a:r>
            <a:endParaRPr/>
          </a:p>
          <a:p>
            <a:pPr indent="-228600" lvl="3" marL="1600200" rtl="0" algn="l">
              <a:spcBef>
                <a:spcPts val="400"/>
              </a:spcBef>
              <a:spcAft>
                <a:spcPts val="0"/>
              </a:spcAft>
              <a:buSzPts val="1400"/>
              <a:buChar char="⮚"/>
            </a:pPr>
            <a:r>
              <a:rPr lang="en-US"/>
              <a:t>Khai báo: </a:t>
            </a:r>
            <a:r>
              <a:rPr b="1" lang="en-US">
                <a:solidFill>
                  <a:srgbClr val="FFC000"/>
                </a:solidFill>
              </a:rPr>
              <a:t>virtual</a:t>
            </a:r>
            <a:r>
              <a:rPr lang="en-US"/>
              <a:t> &lt;Chữ ký hàm&gt;;</a:t>
            </a:r>
            <a:endParaRPr/>
          </a:p>
          <a:p>
            <a:pPr indent="-228600" lvl="3" marL="1600200" rtl="0" algn="l">
              <a:spcBef>
                <a:spcPts val="400"/>
              </a:spcBef>
              <a:spcAft>
                <a:spcPts val="0"/>
              </a:spcAft>
              <a:buSzPts val="1400"/>
              <a:buChar char="⮚"/>
            </a:pPr>
            <a:r>
              <a:rPr lang="en-US"/>
              <a:t>Chỉ dùng được với con trỏ đối tượng.</a:t>
            </a:r>
            <a:endParaRPr/>
          </a:p>
        </p:txBody>
      </p:sp>
      <p:sp>
        <p:nvSpPr>
          <p:cNvPr id="158" name="Google Shape;158;p10"/>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59" name="Google Shape;159;p10"/>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3" name="Shape 163"/>
        <p:cNvGrpSpPr/>
        <p:nvPr/>
      </p:nvGrpSpPr>
      <p:grpSpPr>
        <a:xfrm>
          <a:off x="0" y="0"/>
          <a:ext cx="0" cy="0"/>
          <a:chOff x="0" y="0"/>
          <a:chExt cx="0" cy="0"/>
        </a:xfrm>
      </p:grpSpPr>
      <p:sp>
        <p:nvSpPr>
          <p:cNvPr id="164" name="Google Shape;164;p11"/>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Hàm ảo và liên kết động</a:t>
            </a:r>
            <a:endParaRPr/>
          </a:p>
        </p:txBody>
      </p:sp>
      <p:sp>
        <p:nvSpPr>
          <p:cNvPr id="165" name="Google Shape;165;p11"/>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Liên kết động trong C++:</a:t>
            </a:r>
            <a:endParaRPr/>
          </a:p>
          <a:p>
            <a:pPr indent="-342900" lvl="0" marL="342900" rtl="0" algn="l">
              <a:spcBef>
                <a:spcPts val="360"/>
              </a:spcBef>
              <a:spcAft>
                <a:spcPts val="0"/>
              </a:spcAft>
              <a:buSzPts val="1260"/>
              <a:buNone/>
            </a:pPr>
            <a:r>
              <a:rPr lang="en-US" sz="1800"/>
              <a:t>	class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virtual void talk()  </a:t>
            </a:r>
            <a:r>
              <a:rPr lang="en-US" sz="1800"/>
              <a:t>{ cout &lt;&lt; “Don’t talk”; }</a:t>
            </a:r>
            <a:br>
              <a:rPr lang="en-US" sz="1800"/>
            </a:br>
            <a:r>
              <a:rPr lang="en-US" sz="1800"/>
              <a:t>};</a:t>
            </a:r>
            <a:br>
              <a:rPr lang="en-US" sz="1800"/>
            </a:br>
            <a:br>
              <a:rPr lang="en-US" sz="1800"/>
            </a:br>
            <a:r>
              <a:rPr lang="en-US" sz="1800"/>
              <a:t>class </a:t>
            </a:r>
            <a:r>
              <a:rPr b="1" lang="en-US" sz="1800">
                <a:solidFill>
                  <a:srgbClr val="FFC000"/>
                </a:solidFill>
              </a:rPr>
              <a:t>Cat</a:t>
            </a:r>
            <a:r>
              <a:rPr lang="en-US" sz="1800"/>
              <a:t>: public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void talk()  </a:t>
            </a:r>
            <a:r>
              <a:rPr lang="en-US" sz="1800"/>
              <a:t>{ cout &lt;&lt; “Meo meo”; }</a:t>
            </a:r>
            <a:br>
              <a:rPr lang="en-US" sz="1800"/>
            </a:br>
            <a:r>
              <a:rPr lang="en-US" sz="1800"/>
              <a:t>};</a:t>
            </a:r>
            <a:br>
              <a:rPr lang="en-US" sz="1800"/>
            </a:br>
            <a:br>
              <a:rPr lang="en-US" sz="1800"/>
            </a:br>
            <a:r>
              <a:rPr lang="en-US" sz="1800"/>
              <a:t>class </a:t>
            </a:r>
            <a:r>
              <a:rPr b="1" lang="en-US" sz="1800">
                <a:solidFill>
                  <a:srgbClr val="FFC000"/>
                </a:solidFill>
              </a:rPr>
              <a:t>Dog</a:t>
            </a:r>
            <a:r>
              <a:rPr lang="en-US" sz="1800"/>
              <a:t>: public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void talk()  </a:t>
            </a:r>
            <a:r>
              <a:rPr lang="en-US" sz="1800"/>
              <a:t>{ cout &lt;&lt; “Gau gau”; }</a:t>
            </a:r>
            <a:br>
              <a:rPr lang="en-US" sz="1800"/>
            </a:br>
            <a:r>
              <a:rPr lang="en-US" sz="1800"/>
              <a:t>};</a:t>
            </a:r>
            <a:endParaRPr/>
          </a:p>
          <a:p>
            <a:pPr indent="-342900" lvl="0" marL="342900" rtl="0" algn="l">
              <a:spcBef>
                <a:spcPts val="360"/>
              </a:spcBef>
              <a:spcAft>
                <a:spcPts val="0"/>
              </a:spcAft>
              <a:buSzPts val="1260"/>
              <a:buNone/>
            </a:pPr>
            <a:r>
              <a:t/>
            </a:r>
            <a:endParaRPr sz="1800"/>
          </a:p>
        </p:txBody>
      </p:sp>
      <p:sp>
        <p:nvSpPr>
          <p:cNvPr id="166" name="Google Shape;166;p11"/>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67" name="Google Shape;167;p11"/>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168" name="Google Shape;168;p11"/>
          <p:cNvSpPr/>
          <p:nvPr/>
        </p:nvSpPr>
        <p:spPr>
          <a:xfrm>
            <a:off x="5562600" y="1676400"/>
            <a:ext cx="3276600" cy="4800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void xuLy(</a:t>
            </a:r>
            <a:r>
              <a:rPr b="1" lang="en-US" sz="1800">
                <a:solidFill>
                  <a:srgbClr val="FFC000"/>
                </a:solidFill>
                <a:latin typeface="Arial"/>
                <a:ea typeface="Arial"/>
                <a:cs typeface="Arial"/>
                <a:sym typeface="Arial"/>
              </a:rPr>
              <a:t>Animal  *p</a:t>
            </a: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p-&gt;talk();</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void main()</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Cat	c;</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Dog	d;</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t>
            </a:r>
            <a:r>
              <a:rPr b="1" lang="en-US" sz="1800">
                <a:solidFill>
                  <a:srgbClr val="FFC000"/>
                </a:solidFill>
                <a:latin typeface="Arial"/>
                <a:ea typeface="Arial"/>
                <a:cs typeface="Arial"/>
                <a:sym typeface="Arial"/>
              </a:rPr>
              <a:t>xuLy(&amp;c);</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xuLy(&amp;d);</a:t>
            </a:r>
            <a:br>
              <a:rPr b="1" lang="en-US" sz="1800">
                <a:solidFill>
                  <a:srgbClr val="FFC000"/>
                </a:solidFill>
                <a:latin typeface="Arial"/>
                <a:ea typeface="Arial"/>
                <a:cs typeface="Arial"/>
                <a:sym typeface="Arial"/>
              </a:rPr>
            </a:b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a:t>
            </a:r>
            <a:r>
              <a:rPr lang="en-US" sz="1800">
                <a:solidFill>
                  <a:schemeClr val="lt1"/>
                </a:solidFill>
                <a:latin typeface="Arial"/>
                <a:ea typeface="Arial"/>
                <a:cs typeface="Arial"/>
                <a:sym typeface="Arial"/>
              </a:rPr>
              <a:t>Animal  *p;</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 = &amp;c;</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p-&gt;talk();</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 = &amp;d;</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p-&gt;talk();</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endParaRPr/>
          </a:p>
        </p:txBody>
      </p:sp>
      <p:sp>
        <p:nvSpPr>
          <p:cNvPr id="169" name="Google Shape;169;p11"/>
          <p:cNvSpPr/>
          <p:nvPr/>
        </p:nvSpPr>
        <p:spPr>
          <a:xfrm>
            <a:off x="7772400" y="2133600"/>
            <a:ext cx="1219200" cy="1524000"/>
          </a:xfrm>
          <a:prstGeom prst="wedgeRoundRectCallout">
            <a:avLst>
              <a:gd fmla="val -71719" name="adj1"/>
              <a:gd fmla="val -29222"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Liên kết interface Animal, Bỏ ngõ cài đặt</a:t>
            </a:r>
            <a:endParaRPr sz="1800">
              <a:solidFill>
                <a:srgbClr val="0000FF"/>
              </a:solidFill>
              <a:latin typeface="Arial"/>
              <a:ea typeface="Arial"/>
              <a:cs typeface="Arial"/>
              <a:sym typeface="Arial"/>
            </a:endParaRPr>
          </a:p>
        </p:txBody>
      </p:sp>
      <p:sp>
        <p:nvSpPr>
          <p:cNvPr id="170" name="Google Shape;170;p11"/>
          <p:cNvSpPr/>
          <p:nvPr/>
        </p:nvSpPr>
        <p:spPr>
          <a:xfrm>
            <a:off x="7772400" y="4419600"/>
            <a:ext cx="1219200" cy="1524000"/>
          </a:xfrm>
          <a:prstGeom prst="wedgeRoundRectCallout">
            <a:avLst>
              <a:gd fmla="val -68323" name="adj1"/>
              <a:gd fmla="val 15984"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Liên kết interface Animal, Bỏ ngõ cài đặt</a:t>
            </a:r>
            <a:endParaRPr sz="1800">
              <a:solidFill>
                <a:srgbClr val="0000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4" name="Shape 174"/>
        <p:cNvGrpSpPr/>
        <p:nvPr/>
      </p:nvGrpSpPr>
      <p:grpSpPr>
        <a:xfrm>
          <a:off x="0" y="0"/>
          <a:ext cx="0" cy="0"/>
          <a:chOff x="0" y="0"/>
          <a:chExt cx="0" cy="0"/>
        </a:xfrm>
      </p:grpSpPr>
      <p:sp>
        <p:nvSpPr>
          <p:cNvPr id="175" name="Google Shape;175;p12"/>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Hàm ảo và liên kết động</a:t>
            </a:r>
            <a:endParaRPr/>
          </a:p>
        </p:txBody>
      </p:sp>
      <p:sp>
        <p:nvSpPr>
          <p:cNvPr id="176" name="Google Shape;176;p12"/>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Xây dựng interface trong C++:</a:t>
            </a:r>
            <a:endParaRPr/>
          </a:p>
          <a:p>
            <a:pPr indent="-228600" lvl="2" marL="1143000" rtl="0" algn="l">
              <a:spcBef>
                <a:spcPts val="480"/>
              </a:spcBef>
              <a:spcAft>
                <a:spcPts val="0"/>
              </a:spcAft>
              <a:buSzPts val="1680"/>
              <a:buChar char="■"/>
            </a:pPr>
            <a:r>
              <a:rPr lang="en-US"/>
              <a:t>C++ cài đặt interface bằng </a:t>
            </a:r>
            <a:r>
              <a:rPr b="1" lang="en-US">
                <a:solidFill>
                  <a:srgbClr val="FFC000"/>
                </a:solidFill>
              </a:rPr>
              <a:t>“hàm thuần ảo”</a:t>
            </a:r>
            <a:r>
              <a:rPr lang="en-US"/>
              <a:t>.</a:t>
            </a:r>
            <a:endParaRPr/>
          </a:p>
          <a:p>
            <a:pPr indent="-228600" lvl="2" marL="1143000" rtl="0" algn="l">
              <a:spcBef>
                <a:spcPts val="480"/>
              </a:spcBef>
              <a:spcAft>
                <a:spcPts val="0"/>
              </a:spcAft>
              <a:buSzPts val="1680"/>
              <a:buChar char="■"/>
            </a:pPr>
            <a:r>
              <a:rPr lang="en-US"/>
              <a:t>Đặc điểm “hàm thuần ảo”:</a:t>
            </a:r>
            <a:endParaRPr/>
          </a:p>
          <a:p>
            <a:pPr indent="-228600" lvl="3" marL="1600200" rtl="0" algn="l">
              <a:spcBef>
                <a:spcPts val="400"/>
              </a:spcBef>
              <a:spcAft>
                <a:spcPts val="0"/>
              </a:spcAft>
              <a:buSzPts val="1400"/>
              <a:buChar char="⮚"/>
            </a:pPr>
            <a:r>
              <a:rPr lang="en-US"/>
              <a:t>Hàm ảo, có thêm </a:t>
            </a:r>
            <a:r>
              <a:rPr b="1" lang="en-US">
                <a:solidFill>
                  <a:srgbClr val="FFC000"/>
                </a:solidFill>
              </a:rPr>
              <a:t>“= 0“</a:t>
            </a:r>
            <a:r>
              <a:rPr lang="en-US"/>
              <a:t> ở cuối khai báo.</a:t>
            </a:r>
            <a:endParaRPr/>
          </a:p>
          <a:p>
            <a:pPr indent="-228600" lvl="3" marL="1600200" rtl="0" algn="l">
              <a:spcBef>
                <a:spcPts val="400"/>
              </a:spcBef>
              <a:spcAft>
                <a:spcPts val="0"/>
              </a:spcAft>
              <a:buSzPts val="1400"/>
              <a:buChar char="⮚"/>
            </a:pPr>
            <a:r>
              <a:rPr lang="en-US"/>
              <a:t>Chỉ có khai báo không có cài đặt.</a:t>
            </a:r>
            <a:endParaRPr/>
          </a:p>
          <a:p>
            <a:pPr indent="-228600" lvl="3" marL="1600200" rtl="0" algn="l">
              <a:spcBef>
                <a:spcPts val="400"/>
              </a:spcBef>
              <a:spcAft>
                <a:spcPts val="0"/>
              </a:spcAft>
              <a:buSzPts val="1400"/>
              <a:buChar char="⮚"/>
            </a:pPr>
            <a:r>
              <a:rPr lang="en-US"/>
              <a:t>Là “phần vỏ” để liên kế động.</a:t>
            </a:r>
            <a:endParaRPr/>
          </a:p>
          <a:p>
            <a:pPr indent="-228600" lvl="3" marL="1600200" rtl="0" algn="l">
              <a:spcBef>
                <a:spcPts val="400"/>
              </a:spcBef>
              <a:spcAft>
                <a:spcPts val="0"/>
              </a:spcAft>
              <a:buSzPts val="1400"/>
              <a:buChar char="⮚"/>
            </a:pPr>
            <a:r>
              <a:rPr lang="en-US"/>
              <a:t>Bỏ ngõ phần cài đặt cho lớp kế thừa.</a:t>
            </a:r>
            <a:endParaRPr/>
          </a:p>
          <a:p>
            <a:pPr indent="-228600" lvl="2" marL="1143000" rtl="0" algn="l">
              <a:spcBef>
                <a:spcPts val="480"/>
              </a:spcBef>
              <a:spcAft>
                <a:spcPts val="0"/>
              </a:spcAft>
              <a:buSzPts val="1680"/>
              <a:buNone/>
            </a:pPr>
            <a:r>
              <a:rPr lang="en-US"/>
              <a:t>🡺 Lớp có chứa hàm thuần ảo là </a:t>
            </a:r>
            <a:r>
              <a:rPr b="1" lang="en-US">
                <a:solidFill>
                  <a:srgbClr val="FFC000"/>
                </a:solidFill>
              </a:rPr>
              <a:t>lớp trừu tượng</a:t>
            </a:r>
            <a:r>
              <a:rPr lang="en-US"/>
              <a:t>.</a:t>
            </a:r>
            <a:endParaRPr/>
          </a:p>
          <a:p>
            <a:pPr indent="-228600" lvl="2" marL="1143000" rtl="0" algn="l">
              <a:spcBef>
                <a:spcPts val="480"/>
              </a:spcBef>
              <a:spcAft>
                <a:spcPts val="0"/>
              </a:spcAft>
              <a:buSzPts val="1680"/>
              <a:buNone/>
            </a:pPr>
            <a:r>
              <a:rPr lang="en-US"/>
              <a:t>🡺 Không thể tạo đối tượng từ lớp trừu tượng..</a:t>
            </a:r>
            <a:endParaRPr/>
          </a:p>
          <a:p>
            <a:pPr indent="-342900" lvl="0" marL="342900" rtl="0" algn="l">
              <a:spcBef>
                <a:spcPts val="360"/>
              </a:spcBef>
              <a:spcAft>
                <a:spcPts val="0"/>
              </a:spcAft>
              <a:buSzPts val="1260"/>
              <a:buNone/>
            </a:pPr>
            <a:r>
              <a:rPr b="1" lang="en-US" sz="1800">
                <a:solidFill>
                  <a:srgbClr val="FFC000"/>
                </a:solidFill>
              </a:rPr>
              <a:t>	</a:t>
            </a:r>
            <a:r>
              <a:rPr lang="en-US" sz="1800"/>
              <a:t>class </a:t>
            </a:r>
            <a:r>
              <a:rPr b="1" lang="en-US" sz="1800">
                <a:solidFill>
                  <a:srgbClr val="FFC000"/>
                </a:solidFill>
              </a:rPr>
              <a:t>Animal</a:t>
            </a:r>
            <a:br>
              <a:rPr lang="en-US" sz="1800"/>
            </a:br>
            <a:r>
              <a:rPr lang="en-US" sz="1800"/>
              <a:t>{</a:t>
            </a:r>
            <a:br>
              <a:rPr lang="en-US" sz="1800"/>
            </a:br>
            <a:r>
              <a:rPr lang="en-US" sz="1800"/>
              <a:t>public:</a:t>
            </a:r>
            <a:br>
              <a:rPr b="1" lang="en-US" sz="1800">
                <a:solidFill>
                  <a:srgbClr val="FFC000"/>
                </a:solidFill>
              </a:rPr>
            </a:br>
            <a:r>
              <a:rPr b="1" lang="en-US" sz="1800">
                <a:solidFill>
                  <a:srgbClr val="FFC000"/>
                </a:solidFill>
              </a:rPr>
              <a:t>	virtual </a:t>
            </a:r>
            <a:r>
              <a:rPr lang="en-US" sz="1800"/>
              <a:t>void talk()</a:t>
            </a:r>
            <a:r>
              <a:rPr b="1" lang="en-US" sz="1800">
                <a:solidFill>
                  <a:srgbClr val="FFC000"/>
                </a:solidFill>
              </a:rPr>
              <a:t> = 0;</a:t>
            </a:r>
            <a:br>
              <a:rPr lang="en-US" sz="1800"/>
            </a:br>
            <a:r>
              <a:rPr lang="en-US" sz="1800"/>
              <a:t>};</a:t>
            </a:r>
            <a:endParaRPr/>
          </a:p>
        </p:txBody>
      </p:sp>
      <p:sp>
        <p:nvSpPr>
          <p:cNvPr id="177" name="Google Shape;177;p12"/>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78" name="Google Shape;178;p12"/>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179" name="Google Shape;179;p12"/>
          <p:cNvSpPr/>
          <p:nvPr/>
        </p:nvSpPr>
        <p:spPr>
          <a:xfrm>
            <a:off x="3886200" y="5181600"/>
            <a:ext cx="4114800" cy="685800"/>
          </a:xfrm>
          <a:prstGeom prst="wedgeRoundRectCallout">
            <a:avLst>
              <a:gd fmla="val -58176" name="adj1"/>
              <a:gd fmla="val 40278"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Hàm thuần ảo, không có cài đặt!!</a:t>
            </a:r>
            <a:endParaRPr sz="1800">
              <a:solidFill>
                <a:srgbClr val="0000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3" name="Shape 183"/>
        <p:cNvGrpSpPr/>
        <p:nvPr/>
      </p:nvGrpSpPr>
      <p:grpSpPr>
        <a:xfrm>
          <a:off x="0" y="0"/>
          <a:ext cx="0" cy="0"/>
          <a:chOff x="0" y="0"/>
          <a:chExt cx="0" cy="0"/>
        </a:xfrm>
      </p:grpSpPr>
      <p:sp>
        <p:nvSpPr>
          <p:cNvPr id="184" name="Google Shape;184;p13"/>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Hàm ảo và liên kết động</a:t>
            </a:r>
            <a:endParaRPr/>
          </a:p>
        </p:txBody>
      </p:sp>
      <p:sp>
        <p:nvSpPr>
          <p:cNvPr id="185" name="Google Shape;185;p13"/>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Xây dựng interface trong C++:</a:t>
            </a:r>
            <a:endParaRPr/>
          </a:p>
          <a:p>
            <a:pPr indent="-342900" lvl="0" marL="342900" rtl="0" algn="l">
              <a:spcBef>
                <a:spcPts val="360"/>
              </a:spcBef>
              <a:spcAft>
                <a:spcPts val="0"/>
              </a:spcAft>
              <a:buSzPts val="1260"/>
              <a:buNone/>
            </a:pPr>
            <a:r>
              <a:rPr lang="en-US" sz="1800"/>
              <a:t>	class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virtual void talk() = 0;</a:t>
            </a:r>
            <a:br>
              <a:rPr lang="en-US" sz="1800"/>
            </a:br>
            <a:r>
              <a:rPr lang="en-US" sz="1800"/>
              <a:t>};</a:t>
            </a:r>
            <a:br>
              <a:rPr lang="en-US" sz="1800"/>
            </a:br>
            <a:br>
              <a:rPr lang="en-US" sz="1800"/>
            </a:br>
            <a:r>
              <a:rPr lang="en-US" sz="1800"/>
              <a:t>class </a:t>
            </a:r>
            <a:r>
              <a:rPr b="1" lang="en-US" sz="1800">
                <a:solidFill>
                  <a:srgbClr val="FFC000"/>
                </a:solidFill>
              </a:rPr>
              <a:t>Cat</a:t>
            </a:r>
            <a:r>
              <a:rPr lang="en-US" sz="1800"/>
              <a:t>: public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void talk()  </a:t>
            </a:r>
            <a:r>
              <a:rPr lang="en-US" sz="1800"/>
              <a:t>{  cout &lt;&lt; “Meo meo”;  }</a:t>
            </a:r>
            <a:br>
              <a:rPr lang="en-US" sz="1800"/>
            </a:br>
            <a:r>
              <a:rPr lang="en-US" sz="1800"/>
              <a:t>};</a:t>
            </a:r>
            <a:br>
              <a:rPr lang="en-US" sz="1800"/>
            </a:br>
            <a:br>
              <a:rPr lang="en-US" sz="1800"/>
            </a:br>
            <a:r>
              <a:rPr lang="en-US" sz="1800"/>
              <a:t>class </a:t>
            </a:r>
            <a:r>
              <a:rPr b="1" lang="en-US" sz="1800">
                <a:solidFill>
                  <a:srgbClr val="FFC000"/>
                </a:solidFill>
              </a:rPr>
              <a:t>Dog</a:t>
            </a:r>
            <a:r>
              <a:rPr lang="en-US" sz="1800"/>
              <a:t>: public </a:t>
            </a:r>
            <a:r>
              <a:rPr b="1" lang="en-US" sz="1800">
                <a:solidFill>
                  <a:srgbClr val="FFC000"/>
                </a:solidFill>
              </a:rPr>
              <a:t>Animal</a:t>
            </a:r>
            <a:br>
              <a:rPr lang="en-US" sz="1800"/>
            </a:br>
            <a:r>
              <a:rPr lang="en-US" sz="1800"/>
              <a:t>{</a:t>
            </a:r>
            <a:br>
              <a:rPr lang="en-US" sz="1800"/>
            </a:br>
            <a:r>
              <a:rPr lang="en-US" sz="1800"/>
              <a:t>public:</a:t>
            </a:r>
            <a:br>
              <a:rPr lang="en-US" sz="1800"/>
            </a:br>
            <a:r>
              <a:rPr lang="en-US" sz="1800"/>
              <a:t>	</a:t>
            </a:r>
            <a:r>
              <a:rPr b="1" lang="en-US" sz="1800">
                <a:solidFill>
                  <a:srgbClr val="FFC000"/>
                </a:solidFill>
              </a:rPr>
              <a:t>void talk()  </a:t>
            </a:r>
            <a:r>
              <a:rPr lang="en-US" sz="1800"/>
              <a:t>{  cout &lt;&lt; “Gau gau”;  }</a:t>
            </a:r>
            <a:br>
              <a:rPr lang="en-US" sz="1800"/>
            </a:br>
            <a:r>
              <a:rPr lang="en-US" sz="1800"/>
              <a:t>};</a:t>
            </a:r>
            <a:endParaRPr/>
          </a:p>
          <a:p>
            <a:pPr indent="-342900" lvl="0" marL="342900" rtl="0" algn="l">
              <a:spcBef>
                <a:spcPts val="360"/>
              </a:spcBef>
              <a:spcAft>
                <a:spcPts val="0"/>
              </a:spcAft>
              <a:buSzPts val="1260"/>
              <a:buNone/>
            </a:pPr>
            <a:r>
              <a:t/>
            </a:r>
            <a:endParaRPr sz="1800"/>
          </a:p>
        </p:txBody>
      </p:sp>
      <p:sp>
        <p:nvSpPr>
          <p:cNvPr id="186" name="Google Shape;186;p13"/>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87" name="Google Shape;187;p13"/>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188" name="Google Shape;188;p13"/>
          <p:cNvSpPr/>
          <p:nvPr/>
        </p:nvSpPr>
        <p:spPr>
          <a:xfrm>
            <a:off x="5562600" y="1676400"/>
            <a:ext cx="3581400" cy="4800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void xuLy(</a:t>
            </a:r>
            <a:r>
              <a:rPr b="1" lang="en-US" sz="1800">
                <a:solidFill>
                  <a:srgbClr val="FFC000"/>
                </a:solidFill>
                <a:latin typeface="Arial"/>
                <a:ea typeface="Arial"/>
                <a:cs typeface="Arial"/>
                <a:sym typeface="Arial"/>
              </a:rPr>
              <a:t>Animal  *p</a:t>
            </a: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p-&gt;talk();</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void main()</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Cat	c;</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Dog	d;</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t>
            </a:r>
            <a:r>
              <a:rPr b="1" lang="en-US" sz="1800">
                <a:solidFill>
                  <a:srgbClr val="FFC000"/>
                </a:solidFill>
                <a:latin typeface="Arial"/>
                <a:ea typeface="Arial"/>
                <a:cs typeface="Arial"/>
                <a:sym typeface="Arial"/>
              </a:rPr>
              <a:t>xuLy(&amp;c);</a:t>
            </a: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xuLy(&amp;d);</a:t>
            </a:r>
            <a:br>
              <a:rPr b="1" lang="en-US" sz="1800">
                <a:solidFill>
                  <a:srgbClr val="FFC000"/>
                </a:solidFill>
                <a:latin typeface="Arial"/>
                <a:ea typeface="Arial"/>
                <a:cs typeface="Arial"/>
                <a:sym typeface="Arial"/>
              </a:rPr>
            </a:br>
            <a:br>
              <a:rPr b="1" lang="en-US" sz="1800">
                <a:solidFill>
                  <a:srgbClr val="FFC000"/>
                </a:solidFill>
                <a:latin typeface="Arial"/>
                <a:ea typeface="Arial"/>
                <a:cs typeface="Arial"/>
                <a:sym typeface="Arial"/>
              </a:rPr>
            </a:br>
            <a:r>
              <a:rPr b="1" lang="en-US" sz="1800">
                <a:solidFill>
                  <a:srgbClr val="FFC000"/>
                </a:solidFill>
                <a:latin typeface="Arial"/>
                <a:ea typeface="Arial"/>
                <a:cs typeface="Arial"/>
                <a:sym typeface="Arial"/>
              </a:rPr>
              <a:t>	</a:t>
            </a:r>
            <a:r>
              <a:rPr lang="en-US" sz="1800">
                <a:solidFill>
                  <a:schemeClr val="lt1"/>
                </a:solidFill>
                <a:latin typeface="Arial"/>
                <a:ea typeface="Arial"/>
                <a:cs typeface="Arial"/>
                <a:sym typeface="Arial"/>
              </a:rPr>
              <a:t>Animal  *p;</a:t>
            </a:r>
            <a:br>
              <a:rPr b="1" lang="en-US" sz="1800">
                <a:solidFill>
                  <a:srgbClr val="FFC000"/>
                </a:solidFill>
                <a:latin typeface="Arial"/>
                <a:ea typeface="Arial"/>
                <a:cs typeface="Arial"/>
                <a:sym typeface="Arial"/>
              </a:rPr>
            </a:br>
            <a:r>
              <a:rPr b="1" lang="en-US" sz="1800">
                <a:solidFill>
                  <a:schemeClr val="lt1"/>
                </a:solidFill>
                <a:latin typeface="Arial"/>
                <a:ea typeface="Arial"/>
                <a:cs typeface="Arial"/>
                <a:sym typeface="Arial"/>
              </a:rPr>
              <a:t>	</a:t>
            </a:r>
            <a:r>
              <a:rPr lang="en-US" sz="1800">
                <a:solidFill>
                  <a:schemeClr val="lt1"/>
                </a:solidFill>
                <a:latin typeface="Arial"/>
                <a:ea typeface="Arial"/>
                <a:cs typeface="Arial"/>
                <a:sym typeface="Arial"/>
              </a:rPr>
              <a:t>p = new Animal; // Sai</a:t>
            </a:r>
            <a:br>
              <a:rPr b="1" lang="en-US" sz="1800">
                <a:solidFill>
                  <a:schemeClr val="lt1"/>
                </a:solidFill>
                <a:latin typeface="Arial"/>
                <a:ea typeface="Arial"/>
                <a:cs typeface="Arial"/>
                <a:sym typeface="Arial"/>
              </a:rPr>
            </a:br>
            <a:r>
              <a:rPr b="1" lang="en-US" sz="1800">
                <a:solidFill>
                  <a:schemeClr val="lt1"/>
                </a:solidFill>
                <a:latin typeface="Arial"/>
                <a:ea typeface="Arial"/>
                <a:cs typeface="Arial"/>
                <a:sym typeface="Arial"/>
              </a:rPr>
              <a:t>	</a:t>
            </a:r>
            <a:r>
              <a:rPr lang="en-US" sz="1800">
                <a:solidFill>
                  <a:schemeClr val="lt1"/>
                </a:solidFill>
                <a:latin typeface="Arial"/>
                <a:ea typeface="Arial"/>
                <a:cs typeface="Arial"/>
                <a:sym typeface="Arial"/>
              </a:rPr>
              <a:t>p = new Cat;      // Đúng</a:t>
            </a:r>
            <a:br>
              <a:rPr b="1" lang="en-US" sz="1800">
                <a:solidFill>
                  <a:schemeClr val="lt1"/>
                </a:solidFill>
                <a:latin typeface="Arial"/>
                <a:ea typeface="Arial"/>
                <a:cs typeface="Arial"/>
                <a:sym typeface="Arial"/>
              </a:rPr>
            </a:br>
            <a:r>
              <a:rPr b="1" lang="en-US" sz="1800">
                <a:solidFill>
                  <a:srgbClr val="FFC000"/>
                </a:solidFill>
                <a:latin typeface="Arial"/>
                <a:ea typeface="Arial"/>
                <a:cs typeface="Arial"/>
                <a:sym typeface="Arial"/>
              </a:rPr>
              <a:t>	p-&gt;talk();</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endParaRPr/>
          </a:p>
        </p:txBody>
      </p:sp>
      <p:sp>
        <p:nvSpPr>
          <p:cNvPr id="189" name="Google Shape;189;p13"/>
          <p:cNvSpPr/>
          <p:nvPr/>
        </p:nvSpPr>
        <p:spPr>
          <a:xfrm>
            <a:off x="7772400" y="2133600"/>
            <a:ext cx="1219200" cy="1524000"/>
          </a:xfrm>
          <a:prstGeom prst="wedgeRoundRectCallout">
            <a:avLst>
              <a:gd fmla="val -71719" name="adj1"/>
              <a:gd fmla="val -29222"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Liên kết interface Animal, Bỏ ngõ cài đặt</a:t>
            </a:r>
            <a:endParaRPr sz="1800">
              <a:solidFill>
                <a:srgbClr val="0000FF"/>
              </a:solidFill>
              <a:latin typeface="Arial"/>
              <a:ea typeface="Arial"/>
              <a:cs typeface="Arial"/>
              <a:sym typeface="Arial"/>
            </a:endParaRPr>
          </a:p>
        </p:txBody>
      </p:sp>
      <p:sp>
        <p:nvSpPr>
          <p:cNvPr id="190" name="Google Shape;190;p13"/>
          <p:cNvSpPr/>
          <p:nvPr/>
        </p:nvSpPr>
        <p:spPr>
          <a:xfrm>
            <a:off x="2667000" y="1752600"/>
            <a:ext cx="1981200" cy="609600"/>
          </a:xfrm>
          <a:prstGeom prst="wedgeRoundRectCallout">
            <a:avLst>
              <a:gd fmla="val -71719" name="adj1"/>
              <a:gd fmla="val -29222"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FF"/>
              </a:buClr>
              <a:buSzPts val="1800"/>
              <a:buFont typeface="Noto Sans Symbols"/>
              <a:buNone/>
            </a:pPr>
            <a:r>
              <a:rPr lang="en-US" sz="1800">
                <a:solidFill>
                  <a:srgbClr val="0000FF"/>
                </a:solidFill>
                <a:latin typeface="Arial"/>
                <a:ea typeface="Arial"/>
                <a:cs typeface="Arial"/>
                <a:sym typeface="Arial"/>
              </a:rPr>
              <a:t>Lớp trừu tượng</a:t>
            </a:r>
            <a:endParaRPr sz="1800">
              <a:solidFill>
                <a:srgbClr val="0000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4" name="Shape 194"/>
        <p:cNvGrpSpPr/>
        <p:nvPr/>
      </p:nvGrpSpPr>
      <p:grpSpPr>
        <a:xfrm>
          <a:off x="0" y="0"/>
          <a:ext cx="0" cy="0"/>
          <a:chOff x="0" y="0"/>
          <a:chExt cx="0" cy="0"/>
        </a:xfrm>
      </p:grpSpPr>
      <p:sp>
        <p:nvSpPr>
          <p:cNvPr id="195" name="Google Shape;195;p14"/>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Hàm ảo và liên kết động</a:t>
            </a:r>
            <a:endParaRPr/>
          </a:p>
        </p:txBody>
      </p:sp>
      <p:sp>
        <p:nvSpPr>
          <p:cNvPr id="196" name="Google Shape;196;p14"/>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Ý nghĩa của liên kết động:</a:t>
            </a:r>
            <a:endParaRPr/>
          </a:p>
          <a:p>
            <a:pPr indent="-228600" lvl="2" marL="1143000" rtl="0" algn="l">
              <a:spcBef>
                <a:spcPts val="480"/>
              </a:spcBef>
              <a:spcAft>
                <a:spcPts val="0"/>
              </a:spcAft>
              <a:buSzPts val="1680"/>
              <a:buChar char="■"/>
            </a:pPr>
            <a:r>
              <a:rPr lang="en-US"/>
              <a:t>Giao tiếp thông qua interface.</a:t>
            </a:r>
            <a:endParaRPr/>
          </a:p>
          <a:p>
            <a:pPr indent="-228600" lvl="2" marL="1143000" rtl="0" algn="l">
              <a:spcBef>
                <a:spcPts val="480"/>
              </a:spcBef>
              <a:spcAft>
                <a:spcPts val="0"/>
              </a:spcAft>
              <a:buSzPts val="1680"/>
              <a:buChar char="■"/>
            </a:pPr>
            <a:r>
              <a:rPr lang="en-US"/>
              <a:t>Cài đặt thay đổi động, tùy nhu cầu người dùng.</a:t>
            </a:r>
            <a:endParaRPr/>
          </a:p>
          <a:p>
            <a:pPr indent="-228600" lvl="2" marL="1143000" rtl="0" algn="l">
              <a:spcBef>
                <a:spcPts val="480"/>
              </a:spcBef>
              <a:spcAft>
                <a:spcPts val="0"/>
              </a:spcAft>
              <a:buSzPts val="1680"/>
              <a:buNone/>
            </a:pPr>
            <a:r>
              <a:rPr lang="en-US"/>
              <a:t>	🡺 Mã nguồn tổng quát.</a:t>
            </a:r>
            <a:endParaRPr/>
          </a:p>
          <a:p>
            <a:pPr indent="-342900" lvl="0" marL="342900" rtl="0" algn="l">
              <a:spcBef>
                <a:spcPts val="360"/>
              </a:spcBef>
              <a:spcAft>
                <a:spcPts val="0"/>
              </a:spcAft>
              <a:buSzPts val="1260"/>
              <a:buNone/>
            </a:pPr>
            <a:r>
              <a:rPr lang="en-US" sz="1800"/>
              <a:t>	void giveATalk( </a:t>
            </a:r>
            <a:r>
              <a:rPr b="1" lang="en-US" sz="1800">
                <a:solidFill>
                  <a:srgbClr val="FFC000"/>
                </a:solidFill>
              </a:rPr>
              <a:t>Animal *p </a:t>
            </a:r>
            <a:r>
              <a:rPr lang="en-US" sz="1800"/>
              <a:t>)</a:t>
            </a:r>
            <a:br>
              <a:rPr lang="en-US" sz="1800"/>
            </a:br>
            <a:r>
              <a:rPr lang="en-US" sz="1800"/>
              <a:t>{</a:t>
            </a:r>
            <a:br>
              <a:rPr lang="en-US" sz="1800"/>
            </a:br>
            <a:r>
              <a:rPr lang="en-US" sz="1800"/>
              <a:t>	</a:t>
            </a:r>
            <a:r>
              <a:rPr b="1" lang="en-US" sz="1800">
                <a:solidFill>
                  <a:srgbClr val="FFC000"/>
                </a:solidFill>
              </a:rPr>
              <a:t>p-&gt;talk( );</a:t>
            </a:r>
            <a:br>
              <a:rPr lang="en-US" sz="1800"/>
            </a:br>
            <a:r>
              <a:rPr lang="en-US" sz="1800"/>
              <a:t>}</a:t>
            </a:r>
            <a:endParaRPr/>
          </a:p>
        </p:txBody>
      </p:sp>
      <p:sp>
        <p:nvSpPr>
          <p:cNvPr id="197" name="Google Shape;197;p14"/>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98" name="Google Shape;198;p14"/>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199" name="Google Shape;199;p14"/>
          <p:cNvSpPr/>
          <p:nvPr/>
        </p:nvSpPr>
        <p:spPr>
          <a:xfrm>
            <a:off x="4267200" y="2983675"/>
            <a:ext cx="4572000" cy="3657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void giveATalk( </a:t>
            </a:r>
            <a:r>
              <a:rPr b="1" lang="en-US" sz="1800">
                <a:solidFill>
                  <a:srgbClr val="FFC000"/>
                </a:solidFill>
                <a:latin typeface="Arial"/>
                <a:ea typeface="Arial"/>
                <a:cs typeface="Arial"/>
                <a:sym typeface="Arial"/>
              </a:rPr>
              <a:t>int type </a:t>
            </a: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if ( type == 0 )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Cat  c;</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c.talk(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else if ( type == 1 )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Dog  d;</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d.talk(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4" name="Shape 204"/>
        <p:cNvGrpSpPr/>
        <p:nvPr/>
      </p:nvGrpSpPr>
      <p:grpSpPr>
        <a:xfrm>
          <a:off x="0" y="0"/>
          <a:ext cx="0" cy="0"/>
          <a:chOff x="0" y="0"/>
          <a:chExt cx="0" cy="0"/>
        </a:xfrm>
      </p:grpSpPr>
      <p:sp>
        <p:nvSpPr>
          <p:cNvPr id="205" name="Google Shape;205;p15"/>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Nội dung</a:t>
            </a:r>
            <a:endParaRPr/>
          </a:p>
        </p:txBody>
      </p:sp>
      <p:sp>
        <p:nvSpPr>
          <p:cNvPr id="206" name="Google Shape;206;p15"/>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Khái niệm interface.</a:t>
            </a:r>
            <a:endParaRPr/>
          </a:p>
          <a:p>
            <a:pPr indent="-342900" lvl="0" marL="342900" rtl="0" algn="l">
              <a:spcBef>
                <a:spcPts val="640"/>
              </a:spcBef>
              <a:spcAft>
                <a:spcPts val="0"/>
              </a:spcAft>
              <a:buSzPts val="2240"/>
              <a:buChar char="■"/>
            </a:pPr>
            <a:r>
              <a:rPr lang="en-US"/>
              <a:t>Hàm ảo và liên kết động.</a:t>
            </a:r>
            <a:endParaRPr/>
          </a:p>
          <a:p>
            <a:pPr indent="-342900" lvl="0" marL="342900" rtl="0" algn="l">
              <a:spcBef>
                <a:spcPts val="640"/>
              </a:spcBef>
              <a:spcAft>
                <a:spcPts val="0"/>
              </a:spcAft>
              <a:buSzPts val="2240"/>
              <a:buChar char="■"/>
            </a:pPr>
            <a:r>
              <a:rPr b="1" lang="en-US">
                <a:solidFill>
                  <a:srgbClr val="FFC000"/>
                </a:solidFill>
              </a:rPr>
              <a:t>Phương thức hủy ảo.</a:t>
            </a:r>
            <a:endParaRPr b="1">
              <a:solidFill>
                <a:srgbClr val="FFC000"/>
              </a:solidFill>
            </a:endParaRPr>
          </a:p>
        </p:txBody>
      </p:sp>
      <p:sp>
        <p:nvSpPr>
          <p:cNvPr id="207" name="Google Shape;207;p15"/>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08" name="Google Shape;208;p15"/>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2" name="Shape 212"/>
        <p:cNvGrpSpPr/>
        <p:nvPr/>
      </p:nvGrpSpPr>
      <p:grpSpPr>
        <a:xfrm>
          <a:off x="0" y="0"/>
          <a:ext cx="0" cy="0"/>
          <a:chOff x="0" y="0"/>
          <a:chExt cx="0" cy="0"/>
        </a:xfrm>
      </p:grpSpPr>
      <p:sp>
        <p:nvSpPr>
          <p:cNvPr id="213" name="Google Shape;213;p16"/>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Phương thức hủy ảo</a:t>
            </a:r>
            <a:endParaRPr/>
          </a:p>
        </p:txBody>
      </p:sp>
      <p:sp>
        <p:nvSpPr>
          <p:cNvPr id="214" name="Google Shape;214;p16"/>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Xét ví dụ:</a:t>
            </a:r>
            <a:endParaRPr/>
          </a:p>
          <a:p>
            <a:pPr indent="-342900" lvl="0" marL="342900" rtl="0" algn="l">
              <a:spcBef>
                <a:spcPts val="360"/>
              </a:spcBef>
              <a:spcAft>
                <a:spcPts val="0"/>
              </a:spcAft>
              <a:buSzPts val="1260"/>
              <a:buNone/>
            </a:pPr>
            <a:r>
              <a:rPr lang="en-US" sz="1800"/>
              <a:t>	class </a:t>
            </a:r>
            <a:r>
              <a:rPr b="1" lang="en-US" sz="1800">
                <a:solidFill>
                  <a:srgbClr val="FFC000"/>
                </a:solidFill>
              </a:rPr>
              <a:t>GiaoVien</a:t>
            </a:r>
            <a:br>
              <a:rPr lang="en-US" sz="1800"/>
            </a:br>
            <a:r>
              <a:rPr lang="en-US" sz="1800"/>
              <a:t>{</a:t>
            </a:r>
            <a:br>
              <a:rPr lang="en-US" sz="1800"/>
            </a:br>
            <a:r>
              <a:rPr lang="en-US" sz="1800"/>
              <a:t>private:</a:t>
            </a:r>
            <a:br>
              <a:rPr lang="en-US" sz="1800"/>
            </a:br>
            <a:r>
              <a:rPr lang="en-US" sz="1800"/>
              <a:t>	char	*m_hoTen;</a:t>
            </a:r>
            <a:br>
              <a:rPr lang="en-US" sz="1800"/>
            </a:br>
            <a:r>
              <a:rPr lang="en-US" sz="1800"/>
              <a:t>public:</a:t>
            </a:r>
            <a:br>
              <a:rPr lang="en-US" sz="1800"/>
            </a:br>
            <a:r>
              <a:rPr lang="en-US" sz="1800"/>
              <a:t>	</a:t>
            </a:r>
            <a:r>
              <a:rPr b="1" lang="en-US" sz="1800">
                <a:solidFill>
                  <a:srgbClr val="FFC000"/>
                </a:solidFill>
              </a:rPr>
              <a:t>~GiaoVien() </a:t>
            </a:r>
            <a:r>
              <a:rPr lang="en-US" sz="1800"/>
              <a:t> {  delete m_hoTen;  }</a:t>
            </a:r>
            <a:br>
              <a:rPr lang="en-US" sz="1800"/>
            </a:br>
            <a:r>
              <a:rPr lang="en-US" sz="1800"/>
              <a:t>};</a:t>
            </a:r>
            <a:endParaRPr/>
          </a:p>
          <a:p>
            <a:pPr indent="-342900" lvl="0" marL="342900" rtl="0" algn="l">
              <a:spcBef>
                <a:spcPts val="360"/>
              </a:spcBef>
              <a:spcAft>
                <a:spcPts val="0"/>
              </a:spcAft>
              <a:buSzPts val="1260"/>
              <a:buNone/>
            </a:pPr>
            <a:r>
              <a:rPr lang="en-US" sz="1800"/>
              <a:t>	class </a:t>
            </a:r>
            <a:r>
              <a:rPr b="1" lang="en-US" sz="1800">
                <a:solidFill>
                  <a:srgbClr val="FFC000"/>
                </a:solidFill>
              </a:rPr>
              <a:t>GVCN</a:t>
            </a:r>
            <a:r>
              <a:rPr lang="en-US" sz="1800"/>
              <a:t> : public </a:t>
            </a:r>
            <a:r>
              <a:rPr b="1" lang="en-US" sz="1800">
                <a:solidFill>
                  <a:srgbClr val="FFC000"/>
                </a:solidFill>
              </a:rPr>
              <a:t>GiaoVien</a:t>
            </a:r>
            <a:br>
              <a:rPr lang="en-US" sz="1800"/>
            </a:br>
            <a:r>
              <a:rPr lang="en-US" sz="1800"/>
              <a:t>{</a:t>
            </a:r>
            <a:br>
              <a:rPr lang="en-US" sz="1800"/>
            </a:br>
            <a:r>
              <a:rPr lang="en-US" sz="1800"/>
              <a:t>private:</a:t>
            </a:r>
            <a:br>
              <a:rPr lang="en-US" sz="1800"/>
            </a:br>
            <a:r>
              <a:rPr lang="en-US" sz="1800"/>
              <a:t>	char	*m_lopCN;</a:t>
            </a:r>
            <a:br>
              <a:rPr lang="en-US" sz="1800"/>
            </a:br>
            <a:r>
              <a:rPr lang="en-US" sz="1800"/>
              <a:t>public:</a:t>
            </a:r>
            <a:br>
              <a:rPr lang="en-US" sz="1800"/>
            </a:br>
            <a:r>
              <a:rPr lang="en-US" sz="1800"/>
              <a:t>	</a:t>
            </a:r>
            <a:r>
              <a:rPr b="1" lang="en-US" sz="1800">
                <a:solidFill>
                  <a:srgbClr val="FFC000"/>
                </a:solidFill>
              </a:rPr>
              <a:t>~GVCN() </a:t>
            </a:r>
            <a:r>
              <a:rPr lang="en-US" sz="1800"/>
              <a:t> {  delete m_lopCN;  }</a:t>
            </a:r>
            <a:br>
              <a:rPr lang="en-US" sz="1800"/>
            </a:br>
            <a:r>
              <a:rPr lang="en-US" sz="1800"/>
              <a:t>};</a:t>
            </a:r>
            <a:endParaRPr sz="1000"/>
          </a:p>
          <a:p>
            <a:pPr indent="-342900" lvl="0" marL="342900" rtl="0" algn="l">
              <a:spcBef>
                <a:spcPts val="360"/>
              </a:spcBef>
              <a:spcAft>
                <a:spcPts val="0"/>
              </a:spcAft>
              <a:buSzPts val="1260"/>
              <a:buNone/>
            </a:pPr>
            <a:r>
              <a:t/>
            </a:r>
            <a:endParaRPr sz="1800"/>
          </a:p>
        </p:txBody>
      </p:sp>
      <p:sp>
        <p:nvSpPr>
          <p:cNvPr id="215" name="Google Shape;215;p16"/>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16" name="Google Shape;216;p16"/>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217" name="Google Shape;217;p16"/>
          <p:cNvSpPr/>
          <p:nvPr/>
        </p:nvSpPr>
        <p:spPr>
          <a:xfrm>
            <a:off x="4800600" y="1676400"/>
            <a:ext cx="4343400" cy="3352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void </a:t>
            </a:r>
            <a:r>
              <a:rPr b="1" lang="en-US" sz="1800">
                <a:solidFill>
                  <a:srgbClr val="FFC000"/>
                </a:solidFill>
                <a:latin typeface="Arial"/>
                <a:ea typeface="Arial"/>
                <a:cs typeface="Arial"/>
                <a:sym typeface="Arial"/>
              </a:rPr>
              <a:t>main()</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GVCN	  *p1 = new GVCN;</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delete  p1;</a:t>
            </a:r>
            <a:br>
              <a:rPr lang="en-US" sz="1800">
                <a:solidFill>
                  <a:schemeClr val="lt1"/>
                </a:solidFill>
                <a:latin typeface="Arial"/>
                <a:ea typeface="Arial"/>
                <a:cs typeface="Arial"/>
                <a:sym typeface="Arial"/>
              </a:rPr>
            </a:br>
            <a:br>
              <a:rPr lang="en-US" sz="1800">
                <a:solidFill>
                  <a:schemeClr val="lt1"/>
                </a:solidFill>
                <a:latin typeface="Arial"/>
                <a:ea typeface="Arial"/>
                <a:cs typeface="Arial"/>
                <a:sym typeface="Arial"/>
              </a:rPr>
            </a:br>
            <a:br>
              <a:rPr lang="en-US" sz="1800">
                <a:solidFill>
                  <a:schemeClr val="lt1"/>
                </a:solidFill>
                <a:latin typeface="Arial"/>
                <a:ea typeface="Arial"/>
                <a:cs typeface="Arial"/>
                <a:sym typeface="Arial"/>
              </a:rPr>
            </a:b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GiaoVien  *p2 = new GVCN;</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delete  p2;</a:t>
            </a:r>
            <a:endParaRPr sz="1800">
              <a:solidFill>
                <a:schemeClr val="lt1"/>
              </a:solidFill>
              <a:latin typeface="Arial"/>
              <a:ea typeface="Arial"/>
              <a:cs typeface="Arial"/>
              <a:sym typeface="Arial"/>
            </a:endParaRPr>
          </a:p>
          <a:p>
            <a:pPr indent="-342900" lvl="0" marL="342900" marR="0" rtl="0" algn="l">
              <a:spcBef>
                <a:spcPts val="36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a:t>
            </a:r>
            <a:endParaRPr/>
          </a:p>
        </p:txBody>
      </p:sp>
      <p:sp>
        <p:nvSpPr>
          <p:cNvPr id="218" name="Google Shape;218;p16"/>
          <p:cNvSpPr/>
          <p:nvPr/>
        </p:nvSpPr>
        <p:spPr>
          <a:xfrm>
            <a:off x="5715000" y="5105400"/>
            <a:ext cx="2590800" cy="990600"/>
          </a:xfrm>
          <a:prstGeom prst="roundRect">
            <a:avLst>
              <a:gd fmla="val 7093" name="adj"/>
            </a:avLst>
          </a:prstGeom>
          <a:solidFill>
            <a:srgbClr val="F5E5FF"/>
          </a:solidFill>
          <a:ln cap="flat" cmpd="sng" w="9525">
            <a:solidFill>
              <a:srgbClr val="808080"/>
            </a:solidFill>
            <a:prstDash val="solid"/>
            <a:round/>
            <a:headEnd len="sm" w="sm" type="none"/>
            <a:tailEnd len="sm" w="sm" type="none"/>
          </a:ln>
          <a:effectLst>
            <a:outerShdw rotWithShape="0" algn="ctr" dir="2700000" dist="35921">
              <a:schemeClr val="dk1"/>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60"/>
              <a:buFont typeface="Noto Sans Symbols"/>
              <a:buNone/>
            </a:pPr>
            <a:r>
              <a:rPr b="1" lang="en-US" sz="1800">
                <a:solidFill>
                  <a:srgbClr val="0000FF"/>
                </a:solidFill>
                <a:latin typeface="Arial"/>
                <a:ea typeface="Arial"/>
                <a:cs typeface="Arial"/>
                <a:sym typeface="Arial"/>
              </a:rPr>
              <a:t>Vì sao thứ tự gọi </a:t>
            </a:r>
            <a:br>
              <a:rPr b="1" lang="en-US" sz="1800">
                <a:solidFill>
                  <a:srgbClr val="0000FF"/>
                </a:solidFill>
                <a:latin typeface="Arial"/>
                <a:ea typeface="Arial"/>
                <a:cs typeface="Arial"/>
                <a:sym typeface="Arial"/>
              </a:rPr>
            </a:br>
            <a:r>
              <a:rPr b="1" lang="en-US" sz="1800">
                <a:solidFill>
                  <a:srgbClr val="0000FF"/>
                </a:solidFill>
                <a:latin typeface="Arial"/>
                <a:ea typeface="Arial"/>
                <a:cs typeface="Arial"/>
                <a:sym typeface="Arial"/>
              </a:rPr>
              <a:t>phương thức hủy </a:t>
            </a:r>
            <a:br>
              <a:rPr b="1" lang="en-US" sz="1800">
                <a:solidFill>
                  <a:srgbClr val="0000FF"/>
                </a:solidFill>
                <a:latin typeface="Arial"/>
                <a:ea typeface="Arial"/>
                <a:cs typeface="Arial"/>
                <a:sym typeface="Arial"/>
              </a:rPr>
            </a:br>
            <a:r>
              <a:rPr b="1" lang="en-US" sz="1800">
                <a:solidFill>
                  <a:srgbClr val="0000FF"/>
                </a:solidFill>
                <a:latin typeface="Arial"/>
                <a:ea typeface="Arial"/>
                <a:cs typeface="Arial"/>
                <a:sym typeface="Arial"/>
              </a:rPr>
              <a:t>khác nhau??</a:t>
            </a:r>
            <a:endParaRPr b="1" sz="1800">
              <a:solidFill>
                <a:srgbClr val="0000FF"/>
              </a:solidFill>
              <a:latin typeface="Arial"/>
              <a:ea typeface="Arial"/>
              <a:cs typeface="Arial"/>
              <a:sym typeface="Arial"/>
            </a:endParaRPr>
          </a:p>
        </p:txBody>
      </p:sp>
      <p:sp>
        <p:nvSpPr>
          <p:cNvPr id="219" name="Google Shape;219;p16"/>
          <p:cNvSpPr/>
          <p:nvPr/>
        </p:nvSpPr>
        <p:spPr>
          <a:xfrm>
            <a:off x="7239000" y="2655277"/>
            <a:ext cx="1752600" cy="697523"/>
          </a:xfrm>
          <a:prstGeom prst="wedgeRoundRectCallout">
            <a:avLst>
              <a:gd fmla="val -67662" name="adj1"/>
              <a:gd fmla="val -28977"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l">
              <a:spcBef>
                <a:spcPts val="0"/>
              </a:spcBef>
              <a:spcAft>
                <a:spcPts val="0"/>
              </a:spcAft>
              <a:buClr>
                <a:srgbClr val="0000FF"/>
              </a:buClr>
              <a:buSzPts val="1800"/>
              <a:buFont typeface="Noto Sans Symbols"/>
              <a:buNone/>
            </a:pPr>
            <a:r>
              <a:rPr b="1" lang="en-US" sz="1800">
                <a:solidFill>
                  <a:srgbClr val="0000FF"/>
                </a:solidFill>
                <a:latin typeface="Arial"/>
                <a:ea typeface="Arial"/>
                <a:cs typeface="Arial"/>
                <a:sym typeface="Arial"/>
              </a:rPr>
              <a:t>~GVCN()</a:t>
            </a:r>
            <a:endParaRPr/>
          </a:p>
          <a:p>
            <a:pPr indent="0" lvl="0" marL="0" marR="0" rtl="0" algn="l">
              <a:spcBef>
                <a:spcPts val="0"/>
              </a:spcBef>
              <a:spcAft>
                <a:spcPts val="0"/>
              </a:spcAft>
              <a:buClr>
                <a:srgbClr val="0000FF"/>
              </a:buClr>
              <a:buSzPts val="1800"/>
              <a:buFont typeface="Noto Sans Symbols"/>
              <a:buNone/>
            </a:pPr>
            <a:r>
              <a:rPr b="1" lang="en-US" sz="1800">
                <a:solidFill>
                  <a:srgbClr val="0000FF"/>
                </a:solidFill>
                <a:latin typeface="Arial"/>
                <a:ea typeface="Arial"/>
                <a:cs typeface="Arial"/>
                <a:sym typeface="Arial"/>
              </a:rPr>
              <a:t>~GiaoVien()</a:t>
            </a:r>
            <a:endParaRPr/>
          </a:p>
        </p:txBody>
      </p:sp>
      <p:sp>
        <p:nvSpPr>
          <p:cNvPr id="220" name="Google Shape;220;p16"/>
          <p:cNvSpPr/>
          <p:nvPr/>
        </p:nvSpPr>
        <p:spPr>
          <a:xfrm>
            <a:off x="7239000" y="4038600"/>
            <a:ext cx="1752600" cy="685800"/>
          </a:xfrm>
          <a:prstGeom prst="wedgeRoundRectCallout">
            <a:avLst>
              <a:gd fmla="val -67662" name="adj1"/>
              <a:gd fmla="val -28977"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l">
              <a:spcBef>
                <a:spcPts val="0"/>
              </a:spcBef>
              <a:spcAft>
                <a:spcPts val="0"/>
              </a:spcAft>
              <a:buClr>
                <a:srgbClr val="0000FF"/>
              </a:buClr>
              <a:buSzPts val="1800"/>
              <a:buFont typeface="Noto Sans Symbols"/>
              <a:buNone/>
            </a:pPr>
            <a:r>
              <a:rPr b="1" lang="en-US" sz="1800">
                <a:solidFill>
                  <a:srgbClr val="0000FF"/>
                </a:solidFill>
                <a:latin typeface="Arial"/>
                <a:ea typeface="Arial"/>
                <a:cs typeface="Arial"/>
                <a:sym typeface="Arial"/>
              </a:rPr>
              <a:t>~GiaoVien()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4" name="Shape 224"/>
        <p:cNvGrpSpPr/>
        <p:nvPr/>
      </p:nvGrpSpPr>
      <p:grpSpPr>
        <a:xfrm>
          <a:off x="0" y="0"/>
          <a:ext cx="0" cy="0"/>
          <a:chOff x="0" y="0"/>
          <a:chExt cx="0" cy="0"/>
        </a:xfrm>
      </p:grpSpPr>
      <p:sp>
        <p:nvSpPr>
          <p:cNvPr id="225" name="Google Shape;225;p17"/>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Phương thức hủy ảo</a:t>
            </a:r>
            <a:endParaRPr/>
          </a:p>
        </p:txBody>
      </p:sp>
      <p:sp>
        <p:nvSpPr>
          <p:cNvPr id="226" name="Google Shape;226;p17"/>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Dr. Guru khuyên:</a:t>
            </a:r>
            <a:endParaRPr/>
          </a:p>
          <a:p>
            <a:pPr indent="-228600" lvl="2" marL="1143000" rtl="0" algn="l">
              <a:spcBef>
                <a:spcPts val="480"/>
              </a:spcBef>
              <a:spcAft>
                <a:spcPts val="0"/>
              </a:spcAft>
              <a:buSzPts val="1680"/>
              <a:buChar char="■"/>
            </a:pPr>
            <a:r>
              <a:rPr b="1" lang="en-US">
                <a:solidFill>
                  <a:schemeClr val="hlink"/>
                </a:solidFill>
              </a:rPr>
              <a:t>Phương thức hủy của lớp phải luôn là hàm ảo.</a:t>
            </a:r>
            <a:endParaRPr/>
          </a:p>
          <a:p>
            <a:pPr indent="-228600" lvl="2" marL="1143000" rtl="0" algn="l">
              <a:spcBef>
                <a:spcPts val="480"/>
              </a:spcBef>
              <a:spcAft>
                <a:spcPts val="0"/>
              </a:spcAft>
              <a:buSzPts val="1680"/>
              <a:buNone/>
            </a:pPr>
            <a:r>
              <a:rPr lang="en-US"/>
              <a:t>	🡺 Liên kết động đến phương thức hủy lớp kế thừa.</a:t>
            </a:r>
            <a:endParaRPr/>
          </a:p>
          <a:p>
            <a:pPr indent="-342900" lvl="0" marL="342900" rtl="0" algn="l">
              <a:spcBef>
                <a:spcPts val="360"/>
              </a:spcBef>
              <a:spcAft>
                <a:spcPts val="0"/>
              </a:spcAft>
              <a:buSzPts val="1260"/>
              <a:buNone/>
            </a:pPr>
            <a:r>
              <a:rPr lang="en-US" sz="1800"/>
              <a:t>	class GiaoVien</a:t>
            </a:r>
            <a:br>
              <a:rPr lang="en-US" sz="1800"/>
            </a:br>
            <a:r>
              <a:rPr lang="en-US" sz="1800"/>
              <a:t>{</a:t>
            </a:r>
            <a:br>
              <a:rPr lang="en-US" sz="1800"/>
            </a:br>
            <a:r>
              <a:rPr lang="en-US" sz="1800"/>
              <a:t>public:</a:t>
            </a:r>
            <a:br>
              <a:rPr lang="en-US" sz="1800"/>
            </a:br>
            <a:r>
              <a:rPr lang="en-US" sz="1800"/>
              <a:t>	</a:t>
            </a:r>
            <a:r>
              <a:rPr b="1" lang="en-US" sz="1800">
                <a:solidFill>
                  <a:schemeClr val="hlink"/>
                </a:solidFill>
              </a:rPr>
              <a:t>virtual</a:t>
            </a:r>
            <a:r>
              <a:rPr lang="en-US" sz="1800"/>
              <a:t> ~GiaoVien() { delete m_hoTen; }</a:t>
            </a:r>
            <a:br>
              <a:rPr lang="en-US" sz="1800"/>
            </a:br>
            <a:r>
              <a:rPr lang="en-US" sz="1800"/>
              <a:t>};</a:t>
            </a:r>
            <a:endParaRPr/>
          </a:p>
          <a:p>
            <a:pPr indent="-342900" lvl="0" marL="342900" rtl="0" algn="l">
              <a:spcBef>
                <a:spcPts val="360"/>
              </a:spcBef>
              <a:spcAft>
                <a:spcPts val="0"/>
              </a:spcAft>
              <a:buSzPts val="1260"/>
              <a:buNone/>
            </a:pPr>
            <a:r>
              <a:rPr lang="en-US" sz="1800"/>
              <a:t>	class </a:t>
            </a:r>
            <a:r>
              <a:rPr b="1" lang="en-US" sz="1800">
                <a:solidFill>
                  <a:srgbClr val="FFC000"/>
                </a:solidFill>
              </a:rPr>
              <a:t>GVCN</a:t>
            </a:r>
            <a:r>
              <a:rPr lang="en-US" sz="1800"/>
              <a:t> : public </a:t>
            </a:r>
            <a:r>
              <a:rPr b="1" lang="en-US" sz="1800">
                <a:solidFill>
                  <a:srgbClr val="FFC000"/>
                </a:solidFill>
              </a:rPr>
              <a:t>GiaoVien</a:t>
            </a:r>
            <a:br>
              <a:rPr lang="en-US" sz="1800"/>
            </a:br>
            <a:r>
              <a:rPr lang="en-US" sz="1800"/>
              <a:t>{</a:t>
            </a:r>
            <a:br>
              <a:rPr lang="en-US" sz="1800"/>
            </a:br>
            <a:r>
              <a:rPr lang="en-US" sz="1800"/>
              <a:t>public:</a:t>
            </a:r>
            <a:br>
              <a:rPr lang="en-US" sz="1800"/>
            </a:br>
            <a:r>
              <a:rPr lang="en-US" sz="1800"/>
              <a:t>	</a:t>
            </a:r>
            <a:r>
              <a:rPr b="1" lang="en-US" sz="1800">
                <a:solidFill>
                  <a:srgbClr val="FFC000"/>
                </a:solidFill>
              </a:rPr>
              <a:t>~GVCN() </a:t>
            </a:r>
            <a:r>
              <a:rPr lang="en-US" sz="1800"/>
              <a:t> {  delete m_lopCN;  }</a:t>
            </a:r>
            <a:br>
              <a:rPr lang="en-US" sz="1800"/>
            </a:br>
            <a:r>
              <a:rPr lang="en-US" sz="1800"/>
              <a:t>}; </a:t>
            </a:r>
            <a:endParaRPr/>
          </a:p>
          <a:p>
            <a:pPr indent="-342900" lvl="0" marL="342900" rtl="0" algn="l">
              <a:spcBef>
                <a:spcPts val="360"/>
              </a:spcBef>
              <a:spcAft>
                <a:spcPts val="0"/>
              </a:spcAft>
              <a:buSzPts val="1260"/>
              <a:buNone/>
            </a:pPr>
            <a:r>
              <a:rPr lang="en-US" sz="1800"/>
              <a:t>	GiaoVien  *p3 = new GVCN;</a:t>
            </a:r>
            <a:br>
              <a:rPr lang="en-US" sz="1800"/>
            </a:br>
            <a:r>
              <a:rPr b="1" lang="en-US" sz="1800">
                <a:solidFill>
                  <a:schemeClr val="hlink"/>
                </a:solidFill>
              </a:rPr>
              <a:t>delete  p3;</a:t>
            </a:r>
            <a:endParaRPr/>
          </a:p>
          <a:p>
            <a:pPr indent="-200660" lvl="0" marL="342900" rtl="0" algn="l">
              <a:spcBef>
                <a:spcPts val="640"/>
              </a:spcBef>
              <a:spcAft>
                <a:spcPts val="0"/>
              </a:spcAft>
              <a:buSzPts val="2240"/>
              <a:buNone/>
            </a:pPr>
            <a:r>
              <a:t/>
            </a:r>
            <a:endParaRPr/>
          </a:p>
        </p:txBody>
      </p:sp>
      <p:sp>
        <p:nvSpPr>
          <p:cNvPr id="227" name="Google Shape;227;p17"/>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28" name="Google Shape;228;p17"/>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pic>
        <p:nvPicPr>
          <p:cNvPr id="229" name="Google Shape;229;p17"/>
          <p:cNvPicPr preferRelativeResize="0"/>
          <p:nvPr/>
        </p:nvPicPr>
        <p:blipFill rotWithShape="1">
          <a:blip r:embed="rId3">
            <a:alphaModFix/>
          </a:blip>
          <a:srcRect b="0" l="0" r="0" t="0"/>
          <a:stretch/>
        </p:blipFill>
        <p:spPr>
          <a:xfrm>
            <a:off x="6400800" y="3810000"/>
            <a:ext cx="2514600" cy="2498725"/>
          </a:xfrm>
          <a:prstGeom prst="rect">
            <a:avLst/>
          </a:prstGeom>
          <a:noFill/>
          <a:ln>
            <a:noFill/>
          </a:ln>
        </p:spPr>
      </p:pic>
      <p:sp>
        <p:nvSpPr>
          <p:cNvPr id="230" name="Google Shape;230;p17"/>
          <p:cNvSpPr/>
          <p:nvPr/>
        </p:nvSpPr>
        <p:spPr>
          <a:xfrm>
            <a:off x="2209800" y="5715000"/>
            <a:ext cx="1752600" cy="685800"/>
          </a:xfrm>
          <a:prstGeom prst="wedgeRoundRectCallout">
            <a:avLst>
              <a:gd fmla="val -67662" name="adj1"/>
              <a:gd fmla="val -28977" name="adj2"/>
              <a:gd fmla="val 16667" name="adj3"/>
            </a:avLst>
          </a:prstGeom>
          <a:gradFill>
            <a:gsLst>
              <a:gs pos="0">
                <a:srgbClr val="A1A1B3"/>
              </a:gs>
              <a:gs pos="50000">
                <a:schemeClr val="lt2"/>
              </a:gs>
              <a:gs pos="100000">
                <a:srgbClr val="A1A1B3"/>
              </a:gs>
            </a:gsLst>
            <a:lin ang="2700000" scaled="0"/>
          </a:gradFill>
          <a:ln cap="flat" cmpd="sng" w="9525">
            <a:solidFill>
              <a:schemeClr val="lt1"/>
            </a:solidFill>
            <a:prstDash val="solid"/>
            <a:miter lim="800000"/>
            <a:headEnd len="sm" w="sm" type="none"/>
            <a:tailEnd len="sm" w="sm" type="none"/>
          </a:ln>
          <a:effectLst>
            <a:outerShdw rotWithShape="0" algn="ctr" dir="2700000" dist="107763">
              <a:schemeClr val="dk1">
                <a:alpha val="49803"/>
              </a:schemeClr>
            </a:outerShdw>
          </a:effectLst>
        </p:spPr>
        <p:txBody>
          <a:bodyPr anchorCtr="0" anchor="ctr" bIns="45700" lIns="91425" spcFirstLastPara="1" rIns="91425" wrap="square" tIns="45700">
            <a:noAutofit/>
          </a:bodyPr>
          <a:lstStyle/>
          <a:p>
            <a:pPr indent="0" lvl="0" marL="0" marR="0" rtl="0" algn="l">
              <a:spcBef>
                <a:spcPts val="0"/>
              </a:spcBef>
              <a:spcAft>
                <a:spcPts val="0"/>
              </a:spcAft>
              <a:buClr>
                <a:srgbClr val="0000FF"/>
              </a:buClr>
              <a:buSzPts val="1800"/>
              <a:buFont typeface="Noto Sans Symbols"/>
              <a:buNone/>
            </a:pPr>
            <a:r>
              <a:rPr b="1" lang="en-US" sz="1800">
                <a:solidFill>
                  <a:srgbClr val="0000FF"/>
                </a:solidFill>
                <a:latin typeface="Arial"/>
                <a:ea typeface="Arial"/>
                <a:cs typeface="Arial"/>
                <a:sym typeface="Arial"/>
              </a:rPr>
              <a:t>~GVCN()</a:t>
            </a:r>
            <a:endParaRPr/>
          </a:p>
          <a:p>
            <a:pPr indent="0" lvl="0" marL="0" marR="0" rtl="0" algn="l">
              <a:spcBef>
                <a:spcPts val="0"/>
              </a:spcBef>
              <a:spcAft>
                <a:spcPts val="0"/>
              </a:spcAft>
              <a:buClr>
                <a:srgbClr val="0000FF"/>
              </a:buClr>
              <a:buSzPts val="1800"/>
              <a:buFont typeface="Noto Sans Symbols"/>
              <a:buNone/>
            </a:pPr>
            <a:r>
              <a:rPr b="1" lang="en-US" sz="1800">
                <a:solidFill>
                  <a:srgbClr val="0000FF"/>
                </a:solidFill>
                <a:latin typeface="Arial"/>
                <a:ea typeface="Arial"/>
                <a:cs typeface="Arial"/>
                <a:sym typeface="Arial"/>
              </a:rPr>
              <a:t>~GiaoVien()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5" name="Shape 235"/>
        <p:cNvGrpSpPr/>
        <p:nvPr/>
      </p:nvGrpSpPr>
      <p:grpSpPr>
        <a:xfrm>
          <a:off x="0" y="0"/>
          <a:ext cx="0" cy="0"/>
          <a:chOff x="0" y="0"/>
          <a:chExt cx="0" cy="0"/>
        </a:xfrm>
      </p:grpSpPr>
      <p:sp>
        <p:nvSpPr>
          <p:cNvPr id="236" name="Google Shape;236;p18"/>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Tóm tắt</a:t>
            </a:r>
            <a:endParaRPr/>
          </a:p>
        </p:txBody>
      </p:sp>
      <p:sp>
        <p:nvSpPr>
          <p:cNvPr id="237" name="Google Shape;237;p18"/>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Khái niệm interface:</a:t>
            </a:r>
            <a:endParaRPr/>
          </a:p>
          <a:p>
            <a:pPr indent="-228600" lvl="2" marL="1143000" rtl="0" algn="l">
              <a:spcBef>
                <a:spcPts val="480"/>
              </a:spcBef>
              <a:spcAft>
                <a:spcPts val="0"/>
              </a:spcAft>
              <a:buSzPts val="1680"/>
              <a:buChar char="■"/>
            </a:pPr>
            <a:r>
              <a:rPr lang="en-US"/>
              <a:t>Lớp = Interface + Khai báo private + Cài đặt.</a:t>
            </a:r>
            <a:endParaRPr/>
          </a:p>
          <a:p>
            <a:pPr indent="-228600" lvl="2" marL="1143000" rtl="0" algn="l">
              <a:spcBef>
                <a:spcPts val="480"/>
              </a:spcBef>
              <a:spcAft>
                <a:spcPts val="0"/>
              </a:spcAft>
              <a:buSzPts val="1680"/>
              <a:buChar char="■"/>
            </a:pPr>
            <a:r>
              <a:rPr lang="en-US"/>
              <a:t>Lớp kế thừa thừa hưởng interface lớp cơ sở.</a:t>
            </a:r>
            <a:endParaRPr/>
          </a:p>
          <a:p>
            <a:pPr indent="-228600" lvl="2" marL="1143000" rtl="0" algn="l">
              <a:spcBef>
                <a:spcPts val="480"/>
              </a:spcBef>
              <a:spcAft>
                <a:spcPts val="0"/>
              </a:spcAft>
              <a:buSzPts val="1680"/>
              <a:buChar char="■"/>
            </a:pPr>
            <a:r>
              <a:rPr lang="en-US"/>
              <a:t>Giả lập interface trong C++: hàm thuần ảo.</a:t>
            </a:r>
            <a:endParaRPr/>
          </a:p>
          <a:p>
            <a:pPr indent="-342900" lvl="0" marL="342900" rtl="0" algn="l">
              <a:spcBef>
                <a:spcPts val="640"/>
              </a:spcBef>
              <a:spcAft>
                <a:spcPts val="0"/>
              </a:spcAft>
              <a:buSzPts val="2240"/>
              <a:buChar char="■"/>
            </a:pPr>
            <a:r>
              <a:rPr lang="en-US"/>
              <a:t>Hàm ảo:</a:t>
            </a:r>
            <a:endParaRPr/>
          </a:p>
          <a:p>
            <a:pPr indent="-228600" lvl="2" marL="1143000" rtl="0" algn="l">
              <a:spcBef>
                <a:spcPts val="480"/>
              </a:spcBef>
              <a:spcAft>
                <a:spcPts val="0"/>
              </a:spcAft>
              <a:buSzPts val="1680"/>
              <a:buChar char="■"/>
            </a:pPr>
            <a:r>
              <a:rPr lang="en-US"/>
              <a:t>Chỉ ràng buộc với interface, không ràng buộc cài đặt.</a:t>
            </a:r>
            <a:endParaRPr/>
          </a:p>
          <a:p>
            <a:pPr indent="-228600" lvl="2" marL="1143000" rtl="0" algn="l">
              <a:spcBef>
                <a:spcPts val="480"/>
              </a:spcBef>
              <a:spcAft>
                <a:spcPts val="0"/>
              </a:spcAft>
              <a:buSzPts val="1680"/>
              <a:buChar char="■"/>
            </a:pPr>
            <a:r>
              <a:rPr lang="en-US"/>
              <a:t>Khai báo dùng </a:t>
            </a:r>
            <a:r>
              <a:rPr b="1" lang="en-US">
                <a:solidFill>
                  <a:srgbClr val="FFC000"/>
                </a:solidFill>
              </a:rPr>
              <a:t>“virtual”</a:t>
            </a:r>
            <a:r>
              <a:rPr lang="en-US"/>
              <a:t>.</a:t>
            </a:r>
            <a:endParaRPr/>
          </a:p>
          <a:p>
            <a:pPr indent="-342900" lvl="0" marL="342900" rtl="0" algn="l">
              <a:spcBef>
                <a:spcPts val="640"/>
              </a:spcBef>
              <a:spcAft>
                <a:spcPts val="0"/>
              </a:spcAft>
              <a:buSzPts val="2240"/>
              <a:buChar char="■"/>
            </a:pPr>
            <a:r>
              <a:rPr lang="en-US"/>
              <a:t>Phương thức hủy ảo:</a:t>
            </a:r>
            <a:endParaRPr/>
          </a:p>
          <a:p>
            <a:pPr indent="-228600" lvl="2" marL="1143000" rtl="0" algn="l">
              <a:spcBef>
                <a:spcPts val="480"/>
              </a:spcBef>
              <a:spcAft>
                <a:spcPts val="0"/>
              </a:spcAft>
              <a:buSzPts val="1680"/>
              <a:buChar char="■"/>
            </a:pPr>
            <a:r>
              <a:rPr lang="en-US"/>
              <a:t>Phương thức hủy phải luôn là hàm ảo.</a:t>
            </a:r>
            <a:endParaRPr/>
          </a:p>
        </p:txBody>
      </p:sp>
      <p:sp>
        <p:nvSpPr>
          <p:cNvPr id="238" name="Google Shape;238;p18"/>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39" name="Google Shape;239;p18"/>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4" name="Shape 244"/>
        <p:cNvGrpSpPr/>
        <p:nvPr/>
      </p:nvGrpSpPr>
      <p:grpSpPr>
        <a:xfrm>
          <a:off x="0" y="0"/>
          <a:ext cx="0" cy="0"/>
          <a:chOff x="0" y="0"/>
          <a:chExt cx="0" cy="0"/>
        </a:xfrm>
      </p:grpSpPr>
      <p:sp>
        <p:nvSpPr>
          <p:cNvPr id="245" name="Google Shape;245;p19"/>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46" name="Google Shape;246;p19"/>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9.1:</a:t>
            </a:r>
            <a:endParaRPr/>
          </a:p>
          <a:p>
            <a:pPr indent="-342900" lvl="0" marL="342900" rtl="0" algn="l">
              <a:spcBef>
                <a:spcPts val="360"/>
              </a:spcBef>
              <a:spcAft>
                <a:spcPts val="0"/>
              </a:spcAft>
              <a:buSzPts val="1260"/>
              <a:buNone/>
            </a:pPr>
            <a:r>
              <a:rPr lang="en-US" sz="1800"/>
              <a:t>	class A {</a:t>
            </a:r>
            <a:br>
              <a:rPr lang="en-US" sz="1800"/>
            </a:br>
            <a:r>
              <a:rPr lang="en-US" sz="1800"/>
              <a:t>public:</a:t>
            </a:r>
            <a:br>
              <a:rPr lang="en-US" sz="1800"/>
            </a:br>
            <a:r>
              <a:rPr b="1" lang="en-US" sz="1800">
                <a:solidFill>
                  <a:schemeClr val="hlink"/>
                </a:solidFill>
              </a:rPr>
              <a:t>[yyy]</a:t>
            </a:r>
            <a:r>
              <a:rPr lang="en-US" sz="1800"/>
              <a:t> void f1() { cout &lt;&lt; “Good morning.\n”; </a:t>
            </a:r>
            <a:r>
              <a:rPr b="1" lang="en-US" sz="1800">
                <a:solidFill>
                  <a:schemeClr val="hlink"/>
                </a:solidFill>
              </a:rPr>
              <a:t>f2();</a:t>
            </a:r>
            <a:r>
              <a:rPr lang="en-US" sz="1800"/>
              <a:t> }</a:t>
            </a:r>
            <a:br>
              <a:rPr lang="en-US" sz="1800"/>
            </a:br>
            <a:r>
              <a:rPr b="1" lang="en-US" sz="1800">
                <a:solidFill>
                  <a:schemeClr val="hlink"/>
                </a:solidFill>
              </a:rPr>
              <a:t>[zzz]</a:t>
            </a:r>
            <a:r>
              <a:rPr lang="en-US" sz="1800"/>
              <a:t> void f2() { cout &lt;&lt; “Good afternoon.\n”; }</a:t>
            </a:r>
            <a:br>
              <a:rPr lang="en-US" sz="1800"/>
            </a:br>
            <a:r>
              <a:rPr lang="en-US" sz="1800"/>
              <a:t>};</a:t>
            </a:r>
            <a:endParaRPr/>
          </a:p>
          <a:p>
            <a:pPr indent="-342900" lvl="0" marL="342900" rtl="0" algn="l">
              <a:spcBef>
                <a:spcPts val="360"/>
              </a:spcBef>
              <a:spcAft>
                <a:spcPts val="0"/>
              </a:spcAft>
              <a:buSzPts val="1260"/>
              <a:buNone/>
            </a:pPr>
            <a:r>
              <a:rPr lang="en-US" sz="1800"/>
              <a:t>	class B: public A {</a:t>
            </a:r>
            <a:br>
              <a:rPr lang="en-US" sz="1800"/>
            </a:br>
            <a:r>
              <a:rPr lang="en-US" sz="1800"/>
              <a:t>public:</a:t>
            </a:r>
            <a:br>
              <a:rPr lang="en-US" sz="1800"/>
            </a:br>
            <a:r>
              <a:rPr lang="en-US" sz="1800"/>
              <a:t>	void f1() { cout &lt;&lt; “Good evening.\n”; </a:t>
            </a:r>
            <a:r>
              <a:rPr b="1" lang="en-US" sz="1800">
                <a:solidFill>
                  <a:schemeClr val="hlink"/>
                </a:solidFill>
              </a:rPr>
              <a:t>f2();</a:t>
            </a:r>
            <a:r>
              <a:rPr lang="en-US" sz="1800"/>
              <a:t> }</a:t>
            </a:r>
            <a:br>
              <a:rPr lang="en-US" sz="1800"/>
            </a:br>
            <a:r>
              <a:rPr lang="en-US" sz="1800"/>
              <a:t>	void f2() { cout &lt;&lt; “Good night.\n”; }</a:t>
            </a:r>
            <a:br>
              <a:rPr lang="en-US" sz="1800"/>
            </a:br>
            <a:r>
              <a:rPr lang="en-US" sz="1800"/>
              <a:t>};</a:t>
            </a:r>
            <a:endParaRPr/>
          </a:p>
          <a:p>
            <a:pPr indent="-342900" lvl="0" marL="342900" rtl="0" algn="l">
              <a:spcBef>
                <a:spcPts val="360"/>
              </a:spcBef>
              <a:spcAft>
                <a:spcPts val="0"/>
              </a:spcAft>
              <a:buSzPts val="1260"/>
              <a:buNone/>
            </a:pPr>
            <a:r>
              <a:rPr lang="en-US" sz="1800"/>
              <a:t>	void main()</a:t>
            </a:r>
            <a:br>
              <a:rPr lang="en-US" sz="1800"/>
            </a:br>
            <a:r>
              <a:rPr lang="en-US" sz="1800"/>
              <a:t>{</a:t>
            </a:r>
            <a:br>
              <a:rPr lang="en-US" sz="1800"/>
            </a:br>
            <a:r>
              <a:rPr lang="en-US" sz="1800"/>
              <a:t>	A   *p = new B;</a:t>
            </a:r>
            <a:br>
              <a:rPr lang="en-US" sz="1800"/>
            </a:br>
            <a:r>
              <a:rPr lang="en-US" sz="1800"/>
              <a:t>	p-&gt;f1();</a:t>
            </a:r>
            <a:br>
              <a:rPr lang="en-US" sz="1800"/>
            </a:br>
            <a:r>
              <a:rPr lang="en-US" sz="1800"/>
              <a:t>}</a:t>
            </a:r>
            <a:endParaRPr/>
          </a:p>
        </p:txBody>
      </p:sp>
      <p:sp>
        <p:nvSpPr>
          <p:cNvPr id="247" name="Google Shape;247;p19"/>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48" name="Google Shape;248;p19"/>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249" name="Google Shape;249;p19"/>
          <p:cNvSpPr/>
          <p:nvPr/>
        </p:nvSpPr>
        <p:spPr>
          <a:xfrm>
            <a:off x="6019800" y="1676400"/>
            <a:ext cx="3124200" cy="4419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Cho biết những gì xuất hiện</a:t>
            </a:r>
            <a:endParaRPr sz="1800">
              <a:solidFill>
                <a:schemeClr val="lt1"/>
              </a:solidFill>
              <a:latin typeface="Arial"/>
              <a:ea typeface="Arial"/>
              <a:cs typeface="Arial"/>
              <a:sym typeface="Arial"/>
            </a:endParaRPr>
          </a:p>
          <a:p>
            <a:pPr indent="-342900" lvl="0" marL="342900" marR="0" rtl="0" algn="l">
              <a:spcBef>
                <a:spcPts val="36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trên màn hình trong các</a:t>
            </a:r>
            <a:endParaRPr sz="1800">
              <a:solidFill>
                <a:schemeClr val="lt1"/>
              </a:solidFill>
              <a:latin typeface="Arial"/>
              <a:ea typeface="Arial"/>
              <a:cs typeface="Arial"/>
              <a:sym typeface="Arial"/>
            </a:endParaRPr>
          </a:p>
          <a:p>
            <a:pPr indent="-342900" lvl="0" marL="342900" marR="0" rtl="0" algn="l">
              <a:spcBef>
                <a:spcPts val="36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trường hợp:</a:t>
            </a:r>
            <a:endParaRPr/>
          </a:p>
          <a:p>
            <a:pPr indent="-342900" lvl="0" marL="342900" marR="0" rtl="0" algn="l">
              <a:spcBef>
                <a:spcPts val="36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a) [yyy] trống, [zzz] trống.</a:t>
            </a:r>
            <a:endParaRPr/>
          </a:p>
          <a:p>
            <a:pPr indent="-342900" lvl="0" marL="342900" marR="0" rtl="0" algn="l">
              <a:spcBef>
                <a:spcPts val="36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b) [yyy] trống, [zzz] virtual.</a:t>
            </a:r>
            <a:endParaRPr/>
          </a:p>
          <a:p>
            <a:pPr indent="-342900" lvl="0" marL="342900" marR="0" rtl="0" algn="l">
              <a:spcBef>
                <a:spcPts val="36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c) [yyy] virtual, [zzz] trống.</a:t>
            </a:r>
            <a:endParaRPr/>
          </a:p>
          <a:p>
            <a:pPr indent="-342900" lvl="0" marL="342900" marR="0" rtl="0" algn="l">
              <a:spcBef>
                <a:spcPts val="36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d) [yyy] virtual, [zzz] virtual.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3" name="Shape 253"/>
        <p:cNvGrpSpPr/>
        <p:nvPr/>
      </p:nvGrpSpPr>
      <p:grpSpPr>
        <a:xfrm>
          <a:off x="0" y="0"/>
          <a:ext cx="0" cy="0"/>
          <a:chOff x="0" y="0"/>
          <a:chExt cx="0" cy="0"/>
        </a:xfrm>
      </p:grpSpPr>
      <p:sp>
        <p:nvSpPr>
          <p:cNvPr id="254" name="Google Shape;254;p20"/>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55" name="Google Shape;255;p20"/>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9.2:</a:t>
            </a:r>
            <a:endParaRPr/>
          </a:p>
          <a:p>
            <a:pPr indent="-342900" lvl="0" marL="342900" rtl="0" algn="l">
              <a:spcBef>
                <a:spcPts val="400"/>
              </a:spcBef>
              <a:spcAft>
                <a:spcPts val="0"/>
              </a:spcAft>
              <a:buSzPts val="1260"/>
              <a:buNone/>
            </a:pPr>
            <a:r>
              <a:rPr lang="en-US" sz="1800"/>
              <a:t>	</a:t>
            </a:r>
            <a:r>
              <a:rPr lang="en-US" sz="2000"/>
              <a:t>Cho 2 loại hình:</a:t>
            </a:r>
            <a:endParaRPr/>
          </a:p>
          <a:p>
            <a:pPr indent="-342900" lvl="0" marL="342900" rtl="0" algn="l">
              <a:spcBef>
                <a:spcPts val="400"/>
              </a:spcBef>
              <a:spcAft>
                <a:spcPts val="0"/>
              </a:spcAft>
              <a:buSzPts val="1400"/>
              <a:buNone/>
            </a:pPr>
            <a:r>
              <a:rPr lang="en-US" sz="2000"/>
              <a:t>		- Hình tam giác: biểu diễn bởi 3 đỉnh.</a:t>
            </a:r>
            <a:endParaRPr/>
          </a:p>
          <a:p>
            <a:pPr indent="-342900" lvl="0" marL="342900" rtl="0" algn="l">
              <a:spcBef>
                <a:spcPts val="400"/>
              </a:spcBef>
              <a:spcAft>
                <a:spcPts val="0"/>
              </a:spcAft>
              <a:buSzPts val="1400"/>
              <a:buNone/>
            </a:pPr>
            <a:r>
              <a:rPr lang="en-US" sz="2000"/>
              <a:t>		- Hình chữ nhật: biểu diễn bởi 2 điểm - trên trái và dưới phải.</a:t>
            </a:r>
            <a:endParaRPr/>
          </a:p>
          <a:p>
            <a:pPr indent="-342900" lvl="0" marL="342900" rtl="0" algn="l">
              <a:spcBef>
                <a:spcPts val="400"/>
              </a:spcBef>
              <a:spcAft>
                <a:spcPts val="0"/>
              </a:spcAft>
              <a:buSzPts val="1400"/>
              <a:buNone/>
            </a:pPr>
            <a:r>
              <a:rPr lang="en-US" sz="2000"/>
              <a:t>	Viết hàm nhận vào danh sách 2 loại hình trên và xuất thông tin các hình có trong danh sách.</a:t>
            </a:r>
            <a:endParaRPr/>
          </a:p>
          <a:p>
            <a:pPr indent="-342900" lvl="0" marL="342900" rtl="0" algn="l">
              <a:spcBef>
                <a:spcPts val="400"/>
              </a:spcBef>
              <a:spcAft>
                <a:spcPts val="0"/>
              </a:spcAft>
              <a:buSzPts val="1400"/>
              <a:buNone/>
            </a:pPr>
            <a:r>
              <a:rPr lang="en-US" sz="2000"/>
              <a:t>	</a:t>
            </a:r>
            <a:endParaRPr/>
          </a:p>
          <a:p>
            <a:pPr indent="-342900" lvl="0" marL="342900" rtl="0" algn="l">
              <a:spcBef>
                <a:spcPts val="400"/>
              </a:spcBef>
              <a:spcAft>
                <a:spcPts val="0"/>
              </a:spcAft>
              <a:buSzPts val="1400"/>
              <a:buNone/>
            </a:pPr>
            <a:r>
              <a:rPr lang="en-US" sz="2000"/>
              <a:t>	Nếu thêm vào loại hình mới là hình tròn.</a:t>
            </a:r>
            <a:endParaRPr/>
          </a:p>
          <a:p>
            <a:pPr indent="-342900" lvl="0" marL="342900" rtl="0" algn="l">
              <a:spcBef>
                <a:spcPts val="400"/>
              </a:spcBef>
              <a:spcAft>
                <a:spcPts val="0"/>
              </a:spcAft>
              <a:buSzPts val="1400"/>
              <a:buNone/>
            </a:pPr>
            <a:r>
              <a:rPr lang="en-US" sz="2000"/>
              <a:t>		- Hình tròn: biểu diễn bởi tâm và bán kính.</a:t>
            </a:r>
            <a:endParaRPr/>
          </a:p>
          <a:p>
            <a:pPr indent="-342900" lvl="0" marL="342900" rtl="0" algn="l">
              <a:spcBef>
                <a:spcPts val="400"/>
              </a:spcBef>
              <a:spcAft>
                <a:spcPts val="0"/>
              </a:spcAft>
              <a:buSzPts val="1400"/>
              <a:buNone/>
            </a:pPr>
            <a:r>
              <a:rPr lang="en-US" sz="2000"/>
              <a:t>	Khi đó, chương trình sẽ thay đổi như thế nào?</a:t>
            </a:r>
            <a:endParaRPr/>
          </a:p>
          <a:p>
            <a:pPr indent="-342900" lvl="0" marL="342900" rtl="0" algn="l">
              <a:spcBef>
                <a:spcPts val="400"/>
              </a:spcBef>
              <a:spcAft>
                <a:spcPts val="0"/>
              </a:spcAft>
              <a:buSzPts val="1400"/>
              <a:buNone/>
            </a:pPr>
            <a:r>
              <a:t/>
            </a:r>
            <a:endParaRPr sz="2000"/>
          </a:p>
        </p:txBody>
      </p:sp>
      <p:sp>
        <p:nvSpPr>
          <p:cNvPr id="256" name="Google Shape;256;p20"/>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57" name="Google Shape;257;p20"/>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1" name="Shape 261"/>
        <p:cNvGrpSpPr/>
        <p:nvPr/>
      </p:nvGrpSpPr>
      <p:grpSpPr>
        <a:xfrm>
          <a:off x="0" y="0"/>
          <a:ext cx="0" cy="0"/>
          <a:chOff x="0" y="0"/>
          <a:chExt cx="0" cy="0"/>
        </a:xfrm>
      </p:grpSpPr>
      <p:sp>
        <p:nvSpPr>
          <p:cNvPr id="262" name="Google Shape;262;p21"/>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63" name="Google Shape;263;p21"/>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9.3:</a:t>
            </a:r>
            <a:endParaRPr/>
          </a:p>
          <a:p>
            <a:pPr indent="-342900" lvl="0" marL="342900" rtl="0" algn="l">
              <a:spcBef>
                <a:spcPts val="400"/>
              </a:spcBef>
              <a:spcAft>
                <a:spcPts val="0"/>
              </a:spcAft>
              <a:buSzPts val="1400"/>
              <a:buNone/>
            </a:pPr>
            <a:r>
              <a:rPr lang="en-US" sz="2000"/>
              <a:t>	Cho bảng tốc độ chạy của các động vật như sau:</a:t>
            </a:r>
            <a:endParaRPr/>
          </a:p>
          <a:p>
            <a:pPr indent="-342900" lvl="0" marL="342900" rtl="0" algn="l">
              <a:spcBef>
                <a:spcPts val="400"/>
              </a:spcBef>
              <a:spcAft>
                <a:spcPts val="0"/>
              </a:spcAft>
              <a:buSzPts val="1400"/>
              <a:buNone/>
            </a:pPr>
            <a:r>
              <a:t/>
            </a:r>
            <a:endParaRPr sz="2000"/>
          </a:p>
          <a:p>
            <a:pPr indent="-342900" lvl="0" marL="342900" rtl="0" algn="l">
              <a:spcBef>
                <a:spcPts val="400"/>
              </a:spcBef>
              <a:spcAft>
                <a:spcPts val="0"/>
              </a:spcAft>
              <a:buSzPts val="1400"/>
              <a:buNone/>
            </a:pPr>
            <a:r>
              <a:t/>
            </a:r>
            <a:endParaRPr sz="2000"/>
          </a:p>
          <a:p>
            <a:pPr indent="-342900" lvl="0" marL="342900" rtl="0" algn="l">
              <a:spcBef>
                <a:spcPts val="400"/>
              </a:spcBef>
              <a:spcAft>
                <a:spcPts val="0"/>
              </a:spcAft>
              <a:buSzPts val="1400"/>
              <a:buNone/>
            </a:pPr>
            <a:r>
              <a:t/>
            </a:r>
            <a:endParaRPr sz="2000"/>
          </a:p>
          <a:p>
            <a:pPr indent="-342900" lvl="0" marL="342900" rtl="0" algn="l">
              <a:spcBef>
                <a:spcPts val="400"/>
              </a:spcBef>
              <a:spcAft>
                <a:spcPts val="0"/>
              </a:spcAft>
              <a:buSzPts val="1400"/>
              <a:buNone/>
            </a:pPr>
            <a:r>
              <a:t/>
            </a:r>
            <a:endParaRPr sz="2000"/>
          </a:p>
          <a:p>
            <a:pPr indent="-342900" lvl="0" marL="342900" rtl="0" algn="l">
              <a:spcBef>
                <a:spcPts val="400"/>
              </a:spcBef>
              <a:spcAft>
                <a:spcPts val="0"/>
              </a:spcAft>
              <a:buSzPts val="1400"/>
              <a:buNone/>
            </a:pPr>
            <a:r>
              <a:t/>
            </a:r>
            <a:endParaRPr sz="2000"/>
          </a:p>
          <a:p>
            <a:pPr indent="-342900" lvl="0" marL="342900" rtl="0" algn="l">
              <a:spcBef>
                <a:spcPts val="400"/>
              </a:spcBef>
              <a:spcAft>
                <a:spcPts val="0"/>
              </a:spcAft>
              <a:buSzPts val="1400"/>
              <a:buNone/>
            </a:pPr>
            <a:r>
              <a:t/>
            </a:r>
            <a:endParaRPr sz="2000"/>
          </a:p>
          <a:p>
            <a:pPr indent="-342900" lvl="0" marL="342900" rtl="0" algn="l">
              <a:spcBef>
                <a:spcPts val="400"/>
              </a:spcBef>
              <a:spcAft>
                <a:spcPts val="0"/>
              </a:spcAft>
              <a:buSzPts val="1400"/>
              <a:buNone/>
            </a:pPr>
            <a:r>
              <a:t/>
            </a:r>
            <a:endParaRPr sz="2000"/>
          </a:p>
          <a:p>
            <a:pPr indent="-342900" lvl="0" marL="342900" rtl="0" algn="l">
              <a:spcBef>
                <a:spcPts val="400"/>
              </a:spcBef>
              <a:spcAft>
                <a:spcPts val="0"/>
              </a:spcAft>
              <a:buSzPts val="1400"/>
              <a:buNone/>
            </a:pPr>
            <a:r>
              <a:rPr lang="en-US" sz="2000"/>
              <a:t>	Viết hàm nhận vào 2 động vật trong bảng trên và</a:t>
            </a:r>
            <a:br>
              <a:rPr lang="en-US" sz="2000"/>
            </a:br>
            <a:r>
              <a:rPr lang="en-US" sz="2000"/>
              <a:t>so sánh tốc độ chạy giữa chúng.</a:t>
            </a:r>
            <a:endParaRPr/>
          </a:p>
          <a:p>
            <a:pPr indent="-342900" lvl="0" marL="342900" rtl="0" algn="l">
              <a:spcBef>
                <a:spcPts val="400"/>
              </a:spcBef>
              <a:spcAft>
                <a:spcPts val="0"/>
              </a:spcAft>
              <a:buSzPts val="1400"/>
              <a:buNone/>
            </a:pPr>
            <a:r>
              <a:rPr lang="en-US" sz="2000"/>
              <a:t>	Nếu thêm vào con ngựa chạy 60km/h, khi đó</a:t>
            </a:r>
            <a:br>
              <a:rPr lang="en-US" sz="2000"/>
            </a:br>
            <a:r>
              <a:rPr lang="en-US" sz="2000"/>
              <a:t>chương trình sẽ thay đổi như thế nào?</a:t>
            </a:r>
            <a:endParaRPr sz="1800"/>
          </a:p>
          <a:p>
            <a:pPr indent="-342900" lvl="0" marL="342900" rtl="0" algn="l">
              <a:spcBef>
                <a:spcPts val="400"/>
              </a:spcBef>
              <a:spcAft>
                <a:spcPts val="0"/>
              </a:spcAft>
              <a:buSzPts val="1400"/>
              <a:buNone/>
            </a:pPr>
            <a:r>
              <a:t/>
            </a:r>
            <a:endParaRPr sz="2000"/>
          </a:p>
        </p:txBody>
      </p:sp>
      <p:sp>
        <p:nvSpPr>
          <p:cNvPr id="264" name="Google Shape;264;p21"/>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65" name="Google Shape;265;p21"/>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graphicFrame>
        <p:nvGraphicFramePr>
          <p:cNvPr id="266" name="Google Shape;266;p21"/>
          <p:cNvGraphicFramePr/>
          <p:nvPr/>
        </p:nvGraphicFramePr>
        <p:xfrm>
          <a:off x="2667000" y="2209800"/>
          <a:ext cx="3000000" cy="3000000"/>
        </p:xfrm>
        <a:graphic>
          <a:graphicData uri="http://schemas.openxmlformats.org/drawingml/2006/table">
            <a:tbl>
              <a:tblPr>
                <a:noFill/>
                <a:tableStyleId>{590975B9-0B4B-4B55-B68D-28E71F0B1783}</a:tableStyleId>
              </a:tblPr>
              <a:tblGrid>
                <a:gridCol w="1905000"/>
                <a:gridCol w="1752600"/>
              </a:tblGrid>
              <a:tr h="330200">
                <a:tc>
                  <a:txBody>
                    <a:bodyPr/>
                    <a:lstStyle/>
                    <a:p>
                      <a:pPr indent="0" lvl="0" marL="0" marR="0" rtl="0" algn="ctr">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Động vật</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Tốc độ</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r>
              <a:tr h="330200">
                <a:tc>
                  <a:txBody>
                    <a:bodyPr/>
                    <a:lstStyle/>
                    <a:p>
                      <a:pPr indent="0" lvl="0" marL="0" marR="0" rtl="0" algn="l">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Báo</a:t>
                      </a:r>
                      <a:endParaRPr b="0" i="0" sz="1800" u="none" cap="none" strike="noStrike">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100km/h</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30200">
                <a:tc>
                  <a:txBody>
                    <a:bodyPr/>
                    <a:lstStyle/>
                    <a:p>
                      <a:pPr indent="0" lvl="0" marL="0" marR="0" rtl="0" algn="l">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Linh dương</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80km/h</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30200">
                <a:tc>
                  <a:txBody>
                    <a:bodyPr/>
                    <a:lstStyle/>
                    <a:p>
                      <a:pPr indent="0" lvl="0" marL="0" marR="0" rtl="0" algn="l">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Sư tử</a:t>
                      </a:r>
                      <a:endParaRPr b="0" i="0" sz="1800" u="none" cap="none" strike="noStrike">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70km/h</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68300">
                <a:tc>
                  <a:txBody>
                    <a:bodyPr/>
                    <a:lstStyle/>
                    <a:p>
                      <a:pPr indent="0" lvl="0" marL="0" marR="0" rtl="0" algn="l">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Chó</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60km/h</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30200">
                <a:tc>
                  <a:txBody>
                    <a:bodyPr/>
                    <a:lstStyle/>
                    <a:p>
                      <a:pPr indent="0" lvl="0" marL="0" marR="0" rtl="0" algn="l">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Người</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30km/h</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0" name="Shape 270"/>
        <p:cNvGrpSpPr/>
        <p:nvPr/>
      </p:nvGrpSpPr>
      <p:grpSpPr>
        <a:xfrm>
          <a:off x="0" y="0"/>
          <a:ext cx="0" cy="0"/>
          <a:chOff x="0" y="0"/>
          <a:chExt cx="0" cy="0"/>
        </a:xfrm>
      </p:grpSpPr>
      <p:sp>
        <p:nvSpPr>
          <p:cNvPr id="271" name="Google Shape;271;p22"/>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72" name="Google Shape;272;p22"/>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9.4:</a:t>
            </a:r>
            <a:endParaRPr/>
          </a:p>
          <a:p>
            <a:pPr indent="-342900" lvl="0" marL="342900" rtl="0" algn="l">
              <a:spcBef>
                <a:spcPts val="400"/>
              </a:spcBef>
              <a:spcAft>
                <a:spcPts val="0"/>
              </a:spcAft>
              <a:buSzPts val="1400"/>
              <a:buNone/>
            </a:pPr>
            <a:r>
              <a:rPr lang="en-US" sz="2000"/>
              <a:t>	Cho bảng cách thức hoạt động của các loài động vật như sau:</a:t>
            </a:r>
            <a:endParaRPr sz="2000"/>
          </a:p>
        </p:txBody>
      </p:sp>
      <p:sp>
        <p:nvSpPr>
          <p:cNvPr id="273" name="Google Shape;273;p22"/>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74" name="Google Shape;274;p22"/>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graphicFrame>
        <p:nvGraphicFramePr>
          <p:cNvPr id="275" name="Google Shape;275;p22"/>
          <p:cNvGraphicFramePr/>
          <p:nvPr/>
        </p:nvGraphicFramePr>
        <p:xfrm>
          <a:off x="533400" y="2133600"/>
          <a:ext cx="3000000" cy="3000000"/>
        </p:xfrm>
        <a:graphic>
          <a:graphicData uri="http://schemas.openxmlformats.org/drawingml/2006/table">
            <a:tbl>
              <a:tblPr>
                <a:noFill/>
                <a:tableStyleId>{590975B9-0B4B-4B55-B68D-28E71F0B1783}</a:tableStyleId>
              </a:tblPr>
              <a:tblGrid>
                <a:gridCol w="1524000"/>
                <a:gridCol w="1524000"/>
                <a:gridCol w="1524000"/>
                <a:gridCol w="1524000"/>
              </a:tblGrid>
              <a:tr h="381000">
                <a:tc>
                  <a:txBody>
                    <a:bodyPr/>
                    <a:lstStyle/>
                    <a:p>
                      <a:pPr indent="0" lvl="0" marL="0" marR="0" rtl="0" algn="l">
                        <a:lnSpc>
                          <a:spcPct val="100000"/>
                        </a:lnSpc>
                        <a:spcBef>
                          <a:spcPts val="0"/>
                        </a:spcBef>
                        <a:spcAft>
                          <a:spcPts val="0"/>
                        </a:spcAft>
                        <a:buClr>
                          <a:schemeClr val="hlink"/>
                        </a:buClr>
                        <a:buSzPts val="1260"/>
                        <a:buFont typeface="Noto Sans Symbols"/>
                        <a:buNone/>
                      </a:pPr>
                      <a:r>
                        <a:t/>
                      </a:r>
                      <a:endParaRPr b="0" i="0" sz="1800" u="none" cap="none" strike="noStrike">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Ăn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Di chuyển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Sinh sản</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r>
              <a:tr h="381000">
                <a:tc>
                  <a:txBody>
                    <a:bodyPr/>
                    <a:lstStyle/>
                    <a:p>
                      <a:pPr indent="0" lvl="0" marL="0" marR="0" rtl="0" algn="l">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Cá mập</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Tạp</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Bơi</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Đẻ trứng</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Cá chép</a:t>
                      </a:r>
                      <a:endParaRPr b="1" i="0" sz="1800" u="none" cap="none" strike="noStrike">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Phiêu sinh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Bơi</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Đẻ trứng</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Sư tử</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Tạp</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Chạy</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Đẻ con</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Bò</a:t>
                      </a:r>
                      <a:endParaRPr b="1" i="0" sz="1800" u="none" cap="none" strike="noStrike">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Cỏ</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Chạy</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Đẻ con</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Cá voi</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Phiêu sinh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Bơi</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Đẻ con</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Chim sẻ</a:t>
                      </a:r>
                      <a:endParaRPr b="1" i="0" sz="1800" u="none" cap="none" strike="noStrike">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Sâu bọ</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Bay</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Đẻ trứng</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Đại bàng</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Tạp</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Bay</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Đẻ trứng</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Cá sấu</a:t>
                      </a:r>
                      <a:endParaRPr b="1" i="0" sz="1800" u="none" cap="none" strike="noStrike">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Tạp</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Bò, Bơi</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Đẻ trứng</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Tắc kè</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Tạp</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Bò</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Đẻ trứng</a:t>
                      </a:r>
                      <a:endParaRPr b="0" i="0" sz="1800" u="none" cap="none" strike="noStrike">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hlink"/>
                        </a:buClr>
                        <a:buSzPts val="1260"/>
                        <a:buFont typeface="Noto Sans Symbols"/>
                        <a:buNone/>
                      </a:pPr>
                      <a:r>
                        <a:rPr b="1" i="0" lang="en-US" sz="1800" u="none" cap="none" strike="noStrike">
                          <a:solidFill>
                            <a:schemeClr val="lt1"/>
                          </a:solidFill>
                          <a:latin typeface="Arial"/>
                          <a:ea typeface="Arial"/>
                          <a:cs typeface="Arial"/>
                          <a:sym typeface="Arial"/>
                        </a:rPr>
                        <a:t>Dơi</a:t>
                      </a:r>
                      <a:endParaRPr b="1" i="0" sz="1800" u="none" cap="none" strike="noStrike">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33CC33"/>
                    </a:solidFill>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Tạp</a:t>
                      </a:r>
                      <a:endParaRPr b="0" i="0" sz="1800" u="none" cap="none" strike="noStrike">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Bay</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Đẻ con</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9" name="Shape 279"/>
        <p:cNvGrpSpPr/>
        <p:nvPr/>
      </p:nvGrpSpPr>
      <p:grpSpPr>
        <a:xfrm>
          <a:off x="0" y="0"/>
          <a:ext cx="0" cy="0"/>
          <a:chOff x="0" y="0"/>
          <a:chExt cx="0" cy="0"/>
        </a:xfrm>
      </p:grpSpPr>
      <p:sp>
        <p:nvSpPr>
          <p:cNvPr id="280" name="Google Shape;280;p23"/>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81" name="Google Shape;281;p23"/>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9.4:</a:t>
            </a:r>
            <a:endParaRPr/>
          </a:p>
          <a:p>
            <a:pPr indent="-342900" lvl="0" marL="342900" rtl="0" algn="l">
              <a:spcBef>
                <a:spcPts val="400"/>
              </a:spcBef>
              <a:spcAft>
                <a:spcPts val="0"/>
              </a:spcAft>
              <a:buSzPts val="1400"/>
              <a:buNone/>
            </a:pPr>
            <a:r>
              <a:rPr lang="en-US" sz="2000"/>
              <a:t>	Hãy xây dựng các interface </a:t>
            </a:r>
            <a:r>
              <a:rPr b="1" lang="en-US" sz="2000">
                <a:solidFill>
                  <a:srgbClr val="FFC000"/>
                </a:solidFill>
              </a:rPr>
              <a:t>X, Y, Z, U, V</a:t>
            </a:r>
            <a:r>
              <a:rPr lang="en-US" sz="2000"/>
              <a:t> và áp dụng cho những động vật trong bảng để chúng có thể tham gia vào những hoạt động sau:</a:t>
            </a:r>
            <a:endParaRPr/>
          </a:p>
          <a:p>
            <a:pPr indent="-342900" lvl="0" marL="342900" rtl="0" algn="l">
              <a:spcBef>
                <a:spcPts val="360"/>
              </a:spcBef>
              <a:spcAft>
                <a:spcPts val="0"/>
              </a:spcAft>
              <a:buSzPts val="1260"/>
              <a:buNone/>
            </a:pPr>
            <a:r>
              <a:rPr lang="en-US" sz="1800"/>
              <a:t>	void thiBoi(</a:t>
            </a:r>
            <a:r>
              <a:rPr b="1" lang="en-US" sz="1800">
                <a:solidFill>
                  <a:srgbClr val="FFC000"/>
                </a:solidFill>
              </a:rPr>
              <a:t>X</a:t>
            </a:r>
            <a:r>
              <a:rPr lang="en-US" sz="1800"/>
              <a:t> dv1, </a:t>
            </a:r>
            <a:r>
              <a:rPr b="1" lang="en-US" sz="1800">
                <a:solidFill>
                  <a:srgbClr val="FFC000"/>
                </a:solidFill>
              </a:rPr>
              <a:t>X</a:t>
            </a:r>
            <a:r>
              <a:rPr lang="en-US" sz="1800"/>
              <a:t> dv2)</a:t>
            </a:r>
            <a:br>
              <a:rPr lang="en-US" sz="1800"/>
            </a:br>
            <a:r>
              <a:rPr lang="en-US" sz="1800"/>
              <a:t>{</a:t>
            </a:r>
            <a:br>
              <a:rPr lang="en-US" sz="1800"/>
            </a:br>
            <a:r>
              <a:rPr lang="en-US" sz="1800"/>
              <a:t>	dv1.boi();</a:t>
            </a:r>
            <a:br>
              <a:rPr lang="en-US" sz="1800"/>
            </a:br>
            <a:r>
              <a:rPr lang="en-US" sz="1800"/>
              <a:t>	dv2.boi();</a:t>
            </a:r>
            <a:br>
              <a:rPr lang="en-US" sz="1800"/>
            </a:br>
            <a:r>
              <a:rPr lang="en-US" sz="1800"/>
              <a:t>}</a:t>
            </a:r>
            <a:endParaRPr/>
          </a:p>
          <a:p>
            <a:pPr indent="-342900" lvl="0" marL="342900" rtl="0" algn="l">
              <a:spcBef>
                <a:spcPts val="360"/>
              </a:spcBef>
              <a:spcAft>
                <a:spcPts val="0"/>
              </a:spcAft>
              <a:buSzPts val="1260"/>
              <a:buNone/>
            </a:pPr>
            <a:r>
              <a:rPr lang="en-US" sz="1800"/>
              <a:t>	void thiBay(</a:t>
            </a:r>
            <a:r>
              <a:rPr b="1" lang="en-US" sz="1800">
                <a:solidFill>
                  <a:srgbClr val="FFC000"/>
                </a:solidFill>
              </a:rPr>
              <a:t>Y</a:t>
            </a:r>
            <a:r>
              <a:rPr lang="en-US" sz="1800"/>
              <a:t> dv1, </a:t>
            </a:r>
            <a:r>
              <a:rPr b="1" lang="en-US" sz="1800">
                <a:solidFill>
                  <a:srgbClr val="FFC000"/>
                </a:solidFill>
              </a:rPr>
              <a:t>Y</a:t>
            </a:r>
            <a:r>
              <a:rPr lang="en-US" sz="1800"/>
              <a:t> dv2)</a:t>
            </a:r>
            <a:br>
              <a:rPr lang="en-US" sz="1800"/>
            </a:br>
            <a:r>
              <a:rPr lang="en-US" sz="1800"/>
              <a:t>{</a:t>
            </a:r>
            <a:br>
              <a:rPr lang="en-US" sz="1800"/>
            </a:br>
            <a:r>
              <a:rPr lang="en-US" sz="1800"/>
              <a:t>	dv1.bay();</a:t>
            </a:r>
            <a:br>
              <a:rPr lang="en-US" sz="1800"/>
            </a:br>
            <a:r>
              <a:rPr lang="en-US" sz="1800"/>
              <a:t>	dv2.bay();</a:t>
            </a:r>
            <a:br>
              <a:rPr lang="en-US" sz="1800"/>
            </a:br>
            <a:r>
              <a:rPr lang="en-US" sz="1800"/>
              <a:t>}</a:t>
            </a:r>
            <a:endParaRPr/>
          </a:p>
          <a:p>
            <a:pPr indent="-342900" lvl="0" marL="342900" rtl="0" algn="l">
              <a:spcBef>
                <a:spcPts val="360"/>
              </a:spcBef>
              <a:spcAft>
                <a:spcPts val="0"/>
              </a:spcAft>
              <a:buSzPts val="1260"/>
              <a:buNone/>
            </a:pPr>
            <a:r>
              <a:rPr lang="en-US" sz="1800"/>
              <a:t>	void thuanHoaThu(</a:t>
            </a:r>
            <a:r>
              <a:rPr b="1" lang="en-US" sz="1800">
                <a:solidFill>
                  <a:srgbClr val="FFC000"/>
                </a:solidFill>
              </a:rPr>
              <a:t>Z</a:t>
            </a:r>
            <a:r>
              <a:rPr lang="en-US" sz="1800"/>
              <a:t> dv)</a:t>
            </a:r>
            <a:br>
              <a:rPr lang="en-US" sz="1800"/>
            </a:br>
            <a:r>
              <a:rPr lang="en-US" sz="1800"/>
              <a:t>{</a:t>
            </a:r>
            <a:br>
              <a:rPr lang="en-US" sz="1800"/>
            </a:br>
            <a:r>
              <a:rPr lang="en-US" sz="1800"/>
              <a:t>	Z con = dv.deCon();</a:t>
            </a:r>
            <a:br>
              <a:rPr lang="en-US" sz="1800"/>
            </a:br>
            <a:r>
              <a:rPr lang="en-US" sz="1800"/>
              <a:t>}</a:t>
            </a:r>
            <a:endParaRPr/>
          </a:p>
        </p:txBody>
      </p:sp>
      <p:sp>
        <p:nvSpPr>
          <p:cNvPr id="282" name="Google Shape;282;p23"/>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83" name="Google Shape;283;p23"/>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284" name="Google Shape;284;p23"/>
          <p:cNvSpPr/>
          <p:nvPr/>
        </p:nvSpPr>
        <p:spPr>
          <a:xfrm>
            <a:off x="3505200" y="2362200"/>
            <a:ext cx="3429000" cy="3276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void nuoiCa(</a:t>
            </a:r>
            <a:r>
              <a:rPr b="1" lang="en-US" sz="1800">
                <a:solidFill>
                  <a:srgbClr val="FFC000"/>
                </a:solidFill>
                <a:latin typeface="Arial"/>
                <a:ea typeface="Arial"/>
                <a:cs typeface="Arial"/>
                <a:sym typeface="Arial"/>
              </a:rPr>
              <a:t>U</a:t>
            </a:r>
            <a:r>
              <a:rPr lang="en-US" sz="1800">
                <a:solidFill>
                  <a:schemeClr val="lt1"/>
                </a:solidFill>
                <a:latin typeface="Arial"/>
                <a:ea typeface="Arial"/>
                <a:cs typeface="Arial"/>
                <a:sym typeface="Arial"/>
              </a:rPr>
              <a:t> dv)</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dv.boi();</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U con = dv.deTrung();</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endParaRPr/>
          </a:p>
          <a:p>
            <a:pPr indent="-342900" lvl="0" marL="342900" marR="0" rtl="0" algn="l">
              <a:spcBef>
                <a:spcPts val="36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void nuoiBoSat(</a:t>
            </a:r>
            <a:r>
              <a:rPr b="1" lang="en-US" sz="1800">
                <a:solidFill>
                  <a:srgbClr val="FFC000"/>
                </a:solidFill>
                <a:latin typeface="Arial"/>
                <a:ea typeface="Arial"/>
                <a:cs typeface="Arial"/>
                <a:sym typeface="Arial"/>
              </a:rPr>
              <a:t>V</a:t>
            </a:r>
            <a:r>
              <a:rPr lang="en-US" sz="1800">
                <a:solidFill>
                  <a:schemeClr val="lt1"/>
                </a:solidFill>
                <a:latin typeface="Arial"/>
                <a:ea typeface="Arial"/>
                <a:cs typeface="Arial"/>
                <a:sym typeface="Arial"/>
              </a:rPr>
              <a:t> dv)</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dv.bo();</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dv.anTap();</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V con = dv.deTrung();</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endParaRPr sz="1800">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8" name="Shape 288"/>
        <p:cNvGrpSpPr/>
        <p:nvPr/>
      </p:nvGrpSpPr>
      <p:grpSpPr>
        <a:xfrm>
          <a:off x="0" y="0"/>
          <a:ext cx="0" cy="0"/>
          <a:chOff x="0" y="0"/>
          <a:chExt cx="0" cy="0"/>
        </a:xfrm>
      </p:grpSpPr>
      <p:sp>
        <p:nvSpPr>
          <p:cNvPr id="289" name="Google Shape;289;p24"/>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90" name="Google Shape;290;p24"/>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9.5 (*):</a:t>
            </a:r>
            <a:endParaRPr/>
          </a:p>
          <a:p>
            <a:pPr indent="-342900" lvl="0" marL="342900" rtl="0" algn="l">
              <a:spcBef>
                <a:spcPts val="400"/>
              </a:spcBef>
              <a:spcAft>
                <a:spcPts val="0"/>
              </a:spcAft>
              <a:buSzPts val="1400"/>
              <a:buNone/>
            </a:pPr>
            <a:r>
              <a:rPr lang="en-US" sz="2000"/>
              <a:t>	Cho lớp Line và Rectangle dùng vẽ đường thẳng và hình chữ nhật:</a:t>
            </a:r>
            <a:endParaRPr/>
          </a:p>
          <a:p>
            <a:pPr indent="-342900" lvl="0" marL="342900" rtl="0" algn="l">
              <a:spcBef>
                <a:spcPts val="360"/>
              </a:spcBef>
              <a:spcAft>
                <a:spcPts val="0"/>
              </a:spcAft>
              <a:buSzPts val="1260"/>
              <a:buNone/>
            </a:pPr>
            <a:r>
              <a:rPr lang="en-US" sz="1800"/>
              <a:t>	class </a:t>
            </a:r>
            <a:r>
              <a:rPr b="1" lang="en-US" sz="1800">
                <a:solidFill>
                  <a:srgbClr val="FFC000"/>
                </a:solidFill>
              </a:rPr>
              <a:t>Line</a:t>
            </a:r>
            <a:br>
              <a:rPr lang="en-US" sz="1800"/>
            </a:br>
            <a:r>
              <a:rPr lang="en-US" sz="1800"/>
              <a:t>{</a:t>
            </a:r>
            <a:br>
              <a:rPr lang="en-US" sz="1800"/>
            </a:br>
            <a:r>
              <a:rPr lang="en-US" sz="1800"/>
              <a:t>private:</a:t>
            </a:r>
            <a:br>
              <a:rPr lang="en-US" sz="1800"/>
            </a:br>
            <a:r>
              <a:rPr lang="en-US" sz="1800"/>
              <a:t>	Point  m_p1;</a:t>
            </a:r>
            <a:br>
              <a:rPr lang="en-US" sz="1800"/>
            </a:br>
            <a:r>
              <a:rPr lang="en-US" sz="1800"/>
              <a:t>	Point  m_p2;</a:t>
            </a:r>
            <a:br>
              <a:rPr lang="en-US" sz="1800"/>
            </a:br>
            <a:r>
              <a:rPr lang="en-US" sz="1800"/>
              <a:t>public:</a:t>
            </a:r>
            <a:br>
              <a:rPr lang="en-US" sz="1800"/>
            </a:br>
            <a:r>
              <a:rPr lang="en-US" sz="1800"/>
              <a:t>	Line(Point, Point);</a:t>
            </a:r>
            <a:br>
              <a:rPr lang="en-US" sz="1800"/>
            </a:br>
            <a:r>
              <a:rPr lang="en-US" sz="1800"/>
              <a:t>	void drawLine();</a:t>
            </a:r>
            <a:br>
              <a:rPr lang="en-US" sz="1800"/>
            </a:br>
            <a:r>
              <a:rPr lang="en-US" sz="1800"/>
              <a:t>};</a:t>
            </a:r>
            <a:endParaRPr sz="2000"/>
          </a:p>
          <a:p>
            <a:pPr indent="-342900" lvl="0" marL="342900" rtl="0" algn="l">
              <a:spcBef>
                <a:spcPts val="400"/>
              </a:spcBef>
              <a:spcAft>
                <a:spcPts val="0"/>
              </a:spcAft>
              <a:buSzPts val="1400"/>
              <a:buNone/>
            </a:pPr>
            <a:r>
              <a:rPr lang="en-US" sz="2000"/>
              <a:t>	Hãy viết hàm vẽ đường thẳng và hình chữ nhật </a:t>
            </a:r>
            <a:br>
              <a:rPr lang="en-US" sz="2000"/>
            </a:br>
            <a:r>
              <a:rPr lang="en-US" sz="2000"/>
              <a:t>từ một danh sách hình cho trước.</a:t>
            </a:r>
            <a:endParaRPr/>
          </a:p>
          <a:p>
            <a:pPr indent="-342900" lvl="0" marL="342900" rtl="0" algn="l">
              <a:spcBef>
                <a:spcPts val="400"/>
              </a:spcBef>
              <a:spcAft>
                <a:spcPts val="0"/>
              </a:spcAft>
              <a:buSzPts val="1400"/>
              <a:buNone/>
            </a:pPr>
            <a:r>
              <a:rPr lang="en-US" sz="2000"/>
              <a:t>	Yêu cầu:</a:t>
            </a:r>
            <a:endParaRPr/>
          </a:p>
          <a:p>
            <a:pPr indent="-342900" lvl="0" marL="342900" rtl="0" algn="l">
              <a:spcBef>
                <a:spcPts val="400"/>
              </a:spcBef>
              <a:spcAft>
                <a:spcPts val="0"/>
              </a:spcAft>
              <a:buSzPts val="1400"/>
              <a:buNone/>
            </a:pPr>
            <a:r>
              <a:rPr lang="en-US" sz="2000"/>
              <a:t>		- Sử dụng (không chỉnh sửa) lớp Line và Rectangle.</a:t>
            </a:r>
            <a:endParaRPr/>
          </a:p>
          <a:p>
            <a:pPr indent="-342900" lvl="0" marL="342900" rtl="0" algn="l">
              <a:spcBef>
                <a:spcPts val="400"/>
              </a:spcBef>
              <a:spcAft>
                <a:spcPts val="0"/>
              </a:spcAft>
              <a:buSzPts val="1400"/>
              <a:buNone/>
            </a:pPr>
            <a:r>
              <a:rPr lang="en-US" sz="2000"/>
              <a:t>		- Hàm vẽ phải không đổi khi thêm hình mới vào.</a:t>
            </a:r>
            <a:endParaRPr/>
          </a:p>
        </p:txBody>
      </p:sp>
      <p:sp>
        <p:nvSpPr>
          <p:cNvPr id="291" name="Google Shape;291;p24"/>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92" name="Google Shape;292;p24"/>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GV. Nguyễn Minh Huy</a:t>
            </a:r>
            <a:endParaRPr/>
          </a:p>
        </p:txBody>
      </p:sp>
      <p:sp>
        <p:nvSpPr>
          <p:cNvPr id="293" name="Google Shape;293;p24"/>
          <p:cNvSpPr/>
          <p:nvPr/>
        </p:nvSpPr>
        <p:spPr>
          <a:xfrm>
            <a:off x="5105400" y="2045677"/>
            <a:ext cx="3810000" cy="2286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lang="en-US" sz="1800">
                <a:solidFill>
                  <a:schemeClr val="lt1"/>
                </a:solidFill>
                <a:latin typeface="Arial"/>
                <a:ea typeface="Arial"/>
                <a:cs typeface="Arial"/>
                <a:sym typeface="Arial"/>
              </a:rPr>
              <a:t>	class </a:t>
            </a:r>
            <a:r>
              <a:rPr b="1" lang="en-US" sz="1800">
                <a:solidFill>
                  <a:srgbClr val="FFC000"/>
                </a:solidFill>
                <a:latin typeface="Arial"/>
                <a:ea typeface="Arial"/>
                <a:cs typeface="Arial"/>
                <a:sym typeface="Arial"/>
              </a:rPr>
              <a:t>Rectangle</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private:</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Point  m_p1;</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Point  m_p2;</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public:</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Rectangle(Point, Point);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void drawRect();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a:t>
            </a:r>
            <a:endParaRPr sz="1800">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8" name="Shape 298"/>
        <p:cNvGrpSpPr/>
        <p:nvPr/>
      </p:nvGrpSpPr>
      <p:grpSpPr>
        <a:xfrm>
          <a:off x="0" y="0"/>
          <a:ext cx="0" cy="0"/>
          <a:chOff x="0" y="0"/>
          <a:chExt cx="0" cy="0"/>
        </a:xfrm>
      </p:grpSpPr>
      <p:sp>
        <p:nvSpPr>
          <p:cNvPr id="299" name="Google Shape;299;g78d6785f0a_0_0"/>
          <p:cNvSpPr txBox="1"/>
          <p:nvPr>
            <p:ph type="title"/>
          </p:nvPr>
        </p:nvSpPr>
        <p:spPr>
          <a:xfrm>
            <a:off x="304800" y="0"/>
            <a:ext cx="8610600" cy="914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 9.6</a:t>
            </a:r>
            <a:endParaRPr/>
          </a:p>
        </p:txBody>
      </p:sp>
      <p:sp>
        <p:nvSpPr>
          <p:cNvPr id="300" name="Google Shape;300;g78d6785f0a_0_0"/>
          <p:cNvSpPr txBox="1"/>
          <p:nvPr>
            <p:ph idx="1" type="body"/>
          </p:nvPr>
        </p:nvSpPr>
        <p:spPr>
          <a:xfrm>
            <a:off x="304800" y="1143000"/>
            <a:ext cx="8610600" cy="5181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sz="1800"/>
              <a:t>Xây dựng sơ đồ class và tiến hành cài đặt các class cần thiết cho bài toán sau: </a:t>
            </a:r>
            <a:endParaRPr sz="1800"/>
          </a:p>
          <a:p>
            <a:pPr indent="0" lvl="0" marL="0" rtl="0" algn="l">
              <a:spcBef>
                <a:spcPts val="360"/>
              </a:spcBef>
              <a:spcAft>
                <a:spcPts val="0"/>
              </a:spcAft>
              <a:buNone/>
            </a:pPr>
            <a:r>
              <a:rPr lang="en-US" sz="1800"/>
              <a:t>=&gt; Xét</a:t>
            </a:r>
            <a:r>
              <a:rPr lang="en-US" sz="1800"/>
              <a:t> một chương trình cho phép tính toán chi phí phải trả của khách hàng tại một cửa hàng cho thuê video. Người dùng nhập vào danh sách những bộ phim mà khách hàng thuê và thuê trong bao lâu. Sau đó, chương trình sẽ tính toán các khoản phí, tùy thuộc vào thời gian phim được thuê và loại phim. Có ba loại phim: thông thường, dành cho trẻ em và mới phát hành. Cách tính phí như sau:</a:t>
            </a:r>
            <a:endParaRPr sz="1800"/>
          </a:p>
          <a:p>
            <a:pPr indent="-342900" lvl="0" marL="457200" rtl="0" algn="l">
              <a:spcBef>
                <a:spcPts val="360"/>
              </a:spcBef>
              <a:spcAft>
                <a:spcPts val="0"/>
              </a:spcAft>
              <a:buSzPts val="1800"/>
              <a:buChar char="-"/>
            </a:pPr>
            <a:r>
              <a:rPr lang="en-US" sz="1800"/>
              <a:t>Phim thông thường: </a:t>
            </a:r>
            <a:endParaRPr sz="1800"/>
          </a:p>
          <a:p>
            <a:pPr indent="-342900" lvl="1" marL="914400" rtl="0" algn="l">
              <a:spcBef>
                <a:spcPts val="0"/>
              </a:spcBef>
              <a:spcAft>
                <a:spcPts val="0"/>
              </a:spcAft>
              <a:buSzPts val="1800"/>
              <a:buChar char="-"/>
            </a:pPr>
            <a:r>
              <a:rPr lang="en-US" sz="1800"/>
              <a:t>Phí thuê = 2 USD</a:t>
            </a:r>
            <a:endParaRPr sz="1800"/>
          </a:p>
          <a:p>
            <a:pPr indent="-342900" lvl="1" marL="914400" rtl="0" algn="l">
              <a:spcBef>
                <a:spcPts val="0"/>
              </a:spcBef>
              <a:spcAft>
                <a:spcPts val="0"/>
              </a:spcAft>
              <a:buSzPts val="1800"/>
              <a:buChar char="-"/>
            </a:pPr>
            <a:r>
              <a:rPr lang="en-US" sz="1800"/>
              <a:t>Nếu thuê hơn 2 ngày thì tính thêm 1.5 USD mỗi ngày</a:t>
            </a:r>
            <a:endParaRPr sz="1800"/>
          </a:p>
          <a:p>
            <a:pPr indent="-342900" lvl="0" marL="457200" rtl="0" algn="l">
              <a:spcBef>
                <a:spcPts val="0"/>
              </a:spcBef>
              <a:spcAft>
                <a:spcPts val="0"/>
              </a:spcAft>
              <a:buSzPts val="1800"/>
              <a:buChar char="-"/>
            </a:pPr>
            <a:r>
              <a:rPr lang="en-US" sz="1800"/>
              <a:t>Phim dành cho trẻ em:</a:t>
            </a:r>
            <a:endParaRPr sz="1800"/>
          </a:p>
          <a:p>
            <a:pPr indent="-342900" lvl="1" marL="914400" rtl="0" algn="l">
              <a:spcBef>
                <a:spcPts val="0"/>
              </a:spcBef>
              <a:spcAft>
                <a:spcPts val="0"/>
              </a:spcAft>
              <a:buSzPts val="1800"/>
              <a:buChar char="-"/>
            </a:pPr>
            <a:r>
              <a:rPr lang="en-US" sz="1800"/>
              <a:t>Phí thuê = 1.5 USD</a:t>
            </a:r>
            <a:endParaRPr sz="1800"/>
          </a:p>
          <a:p>
            <a:pPr indent="-342900" lvl="1" marL="914400" rtl="0" algn="l">
              <a:spcBef>
                <a:spcPts val="0"/>
              </a:spcBef>
              <a:spcAft>
                <a:spcPts val="0"/>
              </a:spcAft>
              <a:buSzPts val="1800"/>
              <a:buChar char="-"/>
            </a:pPr>
            <a:r>
              <a:rPr lang="en-US" sz="1800"/>
              <a:t>Nếu thuê hơn 3 ngày thì tính thêm 1.5 USD mỗi ngày</a:t>
            </a:r>
            <a:endParaRPr sz="1800"/>
          </a:p>
          <a:p>
            <a:pPr indent="-342900" lvl="0" marL="457200" rtl="0" algn="l">
              <a:spcBef>
                <a:spcPts val="0"/>
              </a:spcBef>
              <a:spcAft>
                <a:spcPts val="0"/>
              </a:spcAft>
              <a:buSzPts val="1800"/>
              <a:buChar char="-"/>
            </a:pPr>
            <a:r>
              <a:rPr lang="en-US" sz="1800"/>
              <a:t>Phim mới phát hành:</a:t>
            </a:r>
            <a:endParaRPr sz="1800"/>
          </a:p>
          <a:p>
            <a:pPr indent="-342900" lvl="1" marL="914400" rtl="0" algn="l">
              <a:spcBef>
                <a:spcPts val="0"/>
              </a:spcBef>
              <a:spcAft>
                <a:spcPts val="0"/>
              </a:spcAft>
              <a:buSzPts val="1800"/>
              <a:buChar char="-"/>
            </a:pPr>
            <a:r>
              <a:rPr lang="en-US" sz="1800"/>
              <a:t>Phí thuê = 3 USD mỗi ngày</a:t>
            </a:r>
            <a:endParaRPr sz="1800"/>
          </a:p>
          <a:p>
            <a:pPr indent="0" lvl="0" marL="0" rtl="0" algn="l">
              <a:spcBef>
                <a:spcPts val="360"/>
              </a:spcBef>
              <a:spcAft>
                <a:spcPts val="0"/>
              </a:spcAft>
              <a:buNone/>
            </a:pPr>
            <a:r>
              <a:rPr lang="en-US" sz="1800"/>
              <a:t>Ngoài ra chương trình cũng cho phép tính tổng điểm thưởng của khách hàng với qui định sẽ được cộng 1 điểm thưởng cho mỗi ngày thuê phim mới phát hành. Thuê các loại phim còn lại thì không có điểm thưởng.</a:t>
            </a:r>
            <a:endParaRPr sz="1800"/>
          </a:p>
          <a:p>
            <a:pPr indent="0" lvl="0" marL="0" rtl="0" algn="l">
              <a:spcBef>
                <a:spcPts val="360"/>
              </a:spcBef>
              <a:spcAft>
                <a:spcPts val="0"/>
              </a:spcAft>
              <a:buNone/>
            </a:pPr>
            <a:r>
              <a:t/>
            </a:r>
            <a:endParaRPr sz="1800"/>
          </a:p>
          <a:p>
            <a:pPr indent="0" lvl="0" marL="457200" rtl="0" algn="l">
              <a:spcBef>
                <a:spcPts val="360"/>
              </a:spcBef>
              <a:spcAft>
                <a:spcPts val="0"/>
              </a:spcAft>
              <a:buNone/>
            </a:pPr>
            <a:r>
              <a:t/>
            </a:r>
            <a:endParaRPr sz="1800"/>
          </a:p>
        </p:txBody>
      </p:sp>
      <p:sp>
        <p:nvSpPr>
          <p:cNvPr id="301" name="Google Shape;301;g78d6785f0a_0_0"/>
          <p:cNvSpPr txBox="1"/>
          <p:nvPr>
            <p:ph idx="12" type="sldNum"/>
          </p:nvPr>
        </p:nvSpPr>
        <p:spPr>
          <a:xfrm>
            <a:off x="6781800" y="6477000"/>
            <a:ext cx="21336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1200"/>
              <a:buFont typeface="Noto Sans Symbols"/>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6" name="Shape 306"/>
        <p:cNvGrpSpPr/>
        <p:nvPr/>
      </p:nvGrpSpPr>
      <p:grpSpPr>
        <a:xfrm>
          <a:off x="0" y="0"/>
          <a:ext cx="0" cy="0"/>
          <a:chOff x="0" y="0"/>
          <a:chExt cx="0" cy="0"/>
        </a:xfrm>
      </p:grpSpPr>
      <p:sp>
        <p:nvSpPr>
          <p:cNvPr id="307" name="Google Shape;307;g78d6785f0a_0_8"/>
          <p:cNvSpPr txBox="1"/>
          <p:nvPr>
            <p:ph type="title"/>
          </p:nvPr>
        </p:nvSpPr>
        <p:spPr>
          <a:xfrm>
            <a:off x="304800" y="0"/>
            <a:ext cx="8610600" cy="914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78d6785f0a_0_8"/>
          <p:cNvSpPr txBox="1"/>
          <p:nvPr>
            <p:ph idx="1" type="body"/>
          </p:nvPr>
        </p:nvSpPr>
        <p:spPr>
          <a:xfrm>
            <a:off x="304800" y="1143000"/>
            <a:ext cx="8610600" cy="5181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Class diagram for reference</a:t>
            </a:r>
            <a:endParaRPr/>
          </a:p>
        </p:txBody>
      </p:sp>
      <p:sp>
        <p:nvSpPr>
          <p:cNvPr id="309" name="Google Shape;309;g78d6785f0a_0_8"/>
          <p:cNvSpPr txBox="1"/>
          <p:nvPr>
            <p:ph idx="12" type="sldNum"/>
          </p:nvPr>
        </p:nvSpPr>
        <p:spPr>
          <a:xfrm>
            <a:off x="6781800" y="6477000"/>
            <a:ext cx="21336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1200"/>
              <a:buFont typeface="Noto Sans Symbols"/>
              <a:buNone/>
            </a:pPr>
            <a:fld id="{00000000-1234-1234-1234-123412341234}" type="slidenum">
              <a:rPr lang="en-US"/>
              <a:t>‹#›</a:t>
            </a:fld>
            <a:endParaRPr/>
          </a:p>
        </p:txBody>
      </p:sp>
      <p:pic>
        <p:nvPicPr>
          <p:cNvPr id="310" name="Google Shape;310;g78d6785f0a_0_8"/>
          <p:cNvPicPr preferRelativeResize="0"/>
          <p:nvPr/>
        </p:nvPicPr>
        <p:blipFill>
          <a:blip r:embed="rId3">
            <a:alphaModFix/>
          </a:blip>
          <a:stretch>
            <a:fillRect/>
          </a:stretch>
        </p:blipFill>
        <p:spPr>
          <a:xfrm>
            <a:off x="376252" y="2081500"/>
            <a:ext cx="8610600" cy="380543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
  <a:themeElements>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2005-11-21T10:16:26Z</dcterms:created>
  <dc:creator>Nguyen Minh Huy</dc:creator>
</cp:coreProperties>
</file>