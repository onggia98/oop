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7302500" cy="9588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020">
          <p15:clr>
            <a:srgbClr val="000000"/>
          </p15:clr>
        </p15:guide>
        <p15:guide id="2" pos="2300">
          <p15:clr>
            <a:srgbClr val="000000"/>
          </p15:clr>
        </p15:guide>
      </p15:notesGuideLst>
    </p:ext>
    <p:ext uri="http://customooxmlschemas.google.com/">
      <go:slidesCustomData xmlns:go="http://customooxmlschemas.google.com/" r:id="rId26" roundtripDataSignature="AMtx7mjpHCO7n5iXIXQaAuUbNgr60A+P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20" orient="horz"/>
        <p:guide pos="230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4417" cy="479425"/>
          </a:xfrm>
          <a:prstGeom prst="rect">
            <a:avLst/>
          </a:prstGeom>
          <a:noFill/>
          <a:ln>
            <a:noFill/>
          </a:ln>
        </p:spPr>
        <p:txBody>
          <a:bodyPr anchorCtr="0" anchor="t" bIns="48250" lIns="96500" spcFirstLastPara="1" rIns="96500" wrap="square" tIns="48250">
            <a:noAutofit/>
          </a:bodyPr>
          <a:lstStyle>
            <a:lvl1pPr lvl="0" marR="0" rtl="0" algn="l">
              <a:spcBef>
                <a:spcPts val="0"/>
              </a:spcBef>
              <a:spcAft>
                <a:spcPts val="0"/>
              </a:spcAft>
              <a:buClr>
                <a:schemeClr val="dk1"/>
              </a:buClr>
              <a:buSzPts val="1300"/>
              <a:buFont typeface="Noto Sans Symbols"/>
              <a:buNone/>
              <a:defRPr b="0" i="0" sz="1300" u="none" cap="none" strike="noStrike">
                <a:solidFill>
                  <a:schemeClr val="dk1"/>
                </a:solidFill>
                <a:latin typeface="Arial"/>
                <a:ea typeface="Arial"/>
                <a:cs typeface="Arial"/>
                <a:sym typeface="Arial"/>
              </a:defRPr>
            </a:lvl1pPr>
            <a:lvl2pPr lvl="1"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2pPr>
            <a:lvl3pPr lvl="2"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3pPr>
            <a:lvl4pPr lvl="3"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4pPr>
            <a:lvl5pPr lvl="4"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36393" y="0"/>
            <a:ext cx="3164417" cy="479425"/>
          </a:xfrm>
          <a:prstGeom prst="rect">
            <a:avLst/>
          </a:prstGeom>
          <a:noFill/>
          <a:ln>
            <a:noFill/>
          </a:ln>
        </p:spPr>
        <p:txBody>
          <a:bodyPr anchorCtr="0" anchor="t" bIns="48250" lIns="96500" spcFirstLastPara="1" rIns="96500" wrap="square" tIns="48250">
            <a:noAutofit/>
          </a:bodyPr>
          <a:lstStyle>
            <a:lvl1pPr lvl="0" marR="0" rtl="0" algn="r">
              <a:spcBef>
                <a:spcPts val="0"/>
              </a:spcBef>
              <a:spcAft>
                <a:spcPts val="0"/>
              </a:spcAft>
              <a:buClr>
                <a:schemeClr val="dk1"/>
              </a:buClr>
              <a:buSzPts val="1300"/>
              <a:buFont typeface="Noto Sans Symbols"/>
              <a:buNone/>
              <a:defRPr b="0" i="0" sz="1300" u="none" cap="none" strike="noStrike">
                <a:solidFill>
                  <a:schemeClr val="dk1"/>
                </a:solidFill>
                <a:latin typeface="Arial"/>
                <a:ea typeface="Arial"/>
                <a:cs typeface="Arial"/>
                <a:sym typeface="Arial"/>
              </a:defRPr>
            </a:lvl1pPr>
            <a:lvl2pPr lvl="1"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2pPr>
            <a:lvl3pPr lvl="2"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3pPr>
            <a:lvl4pPr lvl="3"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4pPr>
            <a:lvl5pPr lvl="4"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0250" y="4554538"/>
            <a:ext cx="5842000" cy="4314825"/>
          </a:xfrm>
          <a:prstGeom prst="rect">
            <a:avLst/>
          </a:prstGeom>
          <a:noFill/>
          <a:ln>
            <a:noFill/>
          </a:ln>
        </p:spPr>
        <p:txBody>
          <a:bodyPr anchorCtr="0" anchor="t" bIns="48250" lIns="96500" spcFirstLastPara="1" rIns="96500" wrap="square" tIns="4825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07411"/>
            <a:ext cx="3164417" cy="479425"/>
          </a:xfrm>
          <a:prstGeom prst="rect">
            <a:avLst/>
          </a:prstGeom>
          <a:noFill/>
          <a:ln>
            <a:noFill/>
          </a:ln>
        </p:spPr>
        <p:txBody>
          <a:bodyPr anchorCtr="0" anchor="b" bIns="48250" lIns="96500" spcFirstLastPara="1" rIns="96500" wrap="square" tIns="48250">
            <a:noAutofit/>
          </a:bodyPr>
          <a:lstStyle>
            <a:lvl1pPr lvl="0" marR="0" rtl="0" algn="l">
              <a:spcBef>
                <a:spcPts val="0"/>
              </a:spcBef>
              <a:spcAft>
                <a:spcPts val="0"/>
              </a:spcAft>
              <a:buClr>
                <a:schemeClr val="dk1"/>
              </a:buClr>
              <a:buSzPts val="1300"/>
              <a:buFont typeface="Noto Sans Symbols"/>
              <a:buNone/>
              <a:defRPr b="0" i="0" sz="1300" u="none" cap="none" strike="noStrike">
                <a:solidFill>
                  <a:schemeClr val="dk1"/>
                </a:solidFill>
                <a:latin typeface="Arial"/>
                <a:ea typeface="Arial"/>
                <a:cs typeface="Arial"/>
                <a:sym typeface="Arial"/>
              </a:defRPr>
            </a:lvl1pPr>
            <a:lvl2pPr lvl="1"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2pPr>
            <a:lvl3pPr lvl="2"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3pPr>
            <a:lvl4pPr lvl="3"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4pPr>
            <a:lvl5pPr lvl="4" marR="0" rtl="0" algn="l">
              <a:spcBef>
                <a:spcPts val="480"/>
              </a:spcBef>
              <a:spcAft>
                <a:spcPts val="0"/>
              </a:spcAft>
              <a:buClr>
                <a:schemeClr val="dk2"/>
              </a:buClr>
              <a:buSzPts val="1680"/>
              <a:buFont typeface="Noto Sans Symbols"/>
              <a:buChar char="■"/>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36393" y="9107411"/>
            <a:ext cx="3164417" cy="479425"/>
          </a:xfrm>
          <a:prstGeom prst="rect">
            <a:avLst/>
          </a:prstGeom>
          <a:noFill/>
          <a:ln>
            <a:noFill/>
          </a:ln>
        </p:spPr>
        <p:txBody>
          <a:bodyPr anchorCtr="0" anchor="b" bIns="48250" lIns="96500" spcFirstLastPara="1" rIns="96500" wrap="square" tIns="48250">
            <a:noAutofit/>
          </a:bodyPr>
          <a:lstStyle/>
          <a:p>
            <a:pPr indent="0" lvl="0" marL="0" marR="0" rtl="0" algn="r">
              <a:spcBef>
                <a:spcPts val="0"/>
              </a:spcBef>
              <a:spcAft>
                <a:spcPts val="0"/>
              </a:spcAft>
              <a:buClr>
                <a:schemeClr val="dk1"/>
              </a:buClr>
              <a:buSzPts val="1300"/>
              <a:buFont typeface="Noto Sans Symbols"/>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 name="Shape 64"/>
        <p:cNvGrpSpPr/>
        <p:nvPr/>
      </p:nvGrpSpPr>
      <p:grpSpPr>
        <a:xfrm>
          <a:off x="0" y="0"/>
          <a:ext cx="0" cy="0"/>
          <a:chOff x="0" y="0"/>
          <a:chExt cx="0" cy="0"/>
        </a:xfrm>
      </p:grpSpPr>
      <p:sp>
        <p:nvSpPr>
          <p:cNvPr id="65" name="Google Shape;65;p1: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6" name="Google Shape;66;p1:notes"/>
          <p:cNvSpPr txBox="1"/>
          <p:nvPr>
            <p:ph idx="1" type="body"/>
          </p:nvPr>
        </p:nvSpPr>
        <p:spPr>
          <a:xfrm>
            <a:off x="730250" y="4554538"/>
            <a:ext cx="5842000" cy="4314825"/>
          </a:xfrm>
          <a:prstGeom prst="rect">
            <a:avLst/>
          </a:prstGeom>
          <a:noFill/>
          <a:ln>
            <a:noFill/>
          </a:ln>
        </p:spPr>
        <p:txBody>
          <a:bodyPr anchorCtr="0" anchor="t" bIns="48250" lIns="96500" spcFirstLastPara="1" rIns="96500" wrap="square" tIns="48250">
            <a:normAutofit/>
          </a:bodyPr>
          <a:lstStyle/>
          <a:p>
            <a:pPr indent="0" lvl="0" marL="0" rtl="0" algn="l">
              <a:spcBef>
                <a:spcPts val="0"/>
              </a:spcBef>
              <a:spcAft>
                <a:spcPts val="0"/>
              </a:spcAft>
              <a:buNone/>
            </a:pPr>
            <a:r>
              <a:t/>
            </a:r>
            <a:endParaRPr/>
          </a:p>
        </p:txBody>
      </p:sp>
      <p:sp>
        <p:nvSpPr>
          <p:cNvPr id="67" name="Google Shape;67;p1:notes"/>
          <p:cNvSpPr txBox="1"/>
          <p:nvPr>
            <p:ph idx="12" type="sldNum"/>
          </p:nvPr>
        </p:nvSpPr>
        <p:spPr>
          <a:xfrm>
            <a:off x="4136393" y="9107411"/>
            <a:ext cx="3164417" cy="479425"/>
          </a:xfrm>
          <a:prstGeom prst="rect">
            <a:avLst/>
          </a:prstGeom>
          <a:noFill/>
          <a:ln>
            <a:noFill/>
          </a:ln>
        </p:spPr>
        <p:txBody>
          <a:bodyPr anchorCtr="0" anchor="b" bIns="48250" lIns="96500" spcFirstLastPara="1" rIns="96500" wrap="square" tIns="48250">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2" name="Shape 72"/>
        <p:cNvGrpSpPr/>
        <p:nvPr/>
      </p:nvGrpSpPr>
      <p:grpSpPr>
        <a:xfrm>
          <a:off x="0" y="0"/>
          <a:ext cx="0" cy="0"/>
          <a:chOff x="0" y="0"/>
          <a:chExt cx="0" cy="0"/>
        </a:xfrm>
      </p:grpSpPr>
      <p:sp>
        <p:nvSpPr>
          <p:cNvPr id="73" name="Google Shape;73;p2: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4" name="Google Shape;74;p2:notes"/>
          <p:cNvSpPr txBox="1"/>
          <p:nvPr>
            <p:ph idx="1" type="body"/>
          </p:nvPr>
        </p:nvSpPr>
        <p:spPr>
          <a:xfrm>
            <a:off x="730250" y="4554538"/>
            <a:ext cx="5842000" cy="4314825"/>
          </a:xfrm>
          <a:prstGeom prst="rect">
            <a:avLst/>
          </a:prstGeom>
          <a:noFill/>
          <a:ln>
            <a:noFill/>
          </a:ln>
        </p:spPr>
        <p:txBody>
          <a:bodyPr anchorCtr="0" anchor="t" bIns="48250" lIns="96500" spcFirstLastPara="1" rIns="96500" wrap="square" tIns="48250">
            <a:normAutofit/>
          </a:bodyPr>
          <a:lstStyle/>
          <a:p>
            <a:pPr indent="0" lvl="0" marL="0" rtl="0" algn="l">
              <a:spcBef>
                <a:spcPts val="0"/>
              </a:spcBef>
              <a:spcAft>
                <a:spcPts val="0"/>
              </a:spcAft>
              <a:buNone/>
            </a:pPr>
            <a:r>
              <a:t/>
            </a:r>
            <a:endParaRPr/>
          </a:p>
        </p:txBody>
      </p:sp>
      <p:sp>
        <p:nvSpPr>
          <p:cNvPr id="75" name="Google Shape;75;p2:notes"/>
          <p:cNvSpPr txBox="1"/>
          <p:nvPr>
            <p:ph idx="12" type="sldNum"/>
          </p:nvPr>
        </p:nvSpPr>
        <p:spPr>
          <a:xfrm>
            <a:off x="4136393" y="9107411"/>
            <a:ext cx="3164417" cy="479425"/>
          </a:xfrm>
          <a:prstGeom prst="rect">
            <a:avLst/>
          </a:prstGeom>
          <a:noFill/>
          <a:ln>
            <a:noFill/>
          </a:ln>
        </p:spPr>
        <p:txBody>
          <a:bodyPr anchorCtr="0" anchor="b" bIns="48250" lIns="96500" spcFirstLastPara="1" rIns="96500" wrap="square" tIns="48250">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 name="Shape 81"/>
        <p:cNvGrpSpPr/>
        <p:nvPr/>
      </p:nvGrpSpPr>
      <p:grpSpPr>
        <a:xfrm>
          <a:off x="0" y="0"/>
          <a:ext cx="0" cy="0"/>
          <a:chOff x="0" y="0"/>
          <a:chExt cx="0" cy="0"/>
        </a:xfrm>
      </p:grpSpPr>
      <p:sp>
        <p:nvSpPr>
          <p:cNvPr id="82" name="Google Shape;82;p3: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3" name="Google Shape;83;p3:notes"/>
          <p:cNvSpPr txBox="1"/>
          <p:nvPr>
            <p:ph idx="1" type="body"/>
          </p:nvPr>
        </p:nvSpPr>
        <p:spPr>
          <a:xfrm>
            <a:off x="730250" y="4554538"/>
            <a:ext cx="5842000" cy="4314825"/>
          </a:xfrm>
          <a:prstGeom prst="rect">
            <a:avLst/>
          </a:prstGeom>
          <a:noFill/>
          <a:ln>
            <a:noFill/>
          </a:ln>
        </p:spPr>
        <p:txBody>
          <a:bodyPr anchorCtr="0" anchor="t" bIns="48250" lIns="96500" spcFirstLastPara="1" rIns="96500" wrap="square" tIns="48250">
            <a:normAutofit/>
          </a:bodyPr>
          <a:lstStyle/>
          <a:p>
            <a:pPr indent="0" lvl="0" marL="0" rtl="0" algn="l">
              <a:spcBef>
                <a:spcPts val="0"/>
              </a:spcBef>
              <a:spcAft>
                <a:spcPts val="0"/>
              </a:spcAft>
              <a:buNone/>
            </a:pPr>
            <a:r>
              <a:t/>
            </a:r>
            <a:endParaRPr/>
          </a:p>
        </p:txBody>
      </p:sp>
      <p:sp>
        <p:nvSpPr>
          <p:cNvPr id="84" name="Google Shape;84;p3:notes"/>
          <p:cNvSpPr txBox="1"/>
          <p:nvPr>
            <p:ph idx="12" type="sldNum"/>
          </p:nvPr>
        </p:nvSpPr>
        <p:spPr>
          <a:xfrm>
            <a:off x="4136393" y="9107411"/>
            <a:ext cx="3164417" cy="479425"/>
          </a:xfrm>
          <a:prstGeom prst="rect">
            <a:avLst/>
          </a:prstGeom>
          <a:noFill/>
          <a:ln>
            <a:noFill/>
          </a:ln>
        </p:spPr>
        <p:txBody>
          <a:bodyPr anchorCtr="0" anchor="b" bIns="48250" lIns="96500" spcFirstLastPara="1" rIns="96500" wrap="square" tIns="48250">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92" name="Google Shape;92;p4: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p5: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101" name="Google Shape;101;p5: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110" name="Google Shape;110;p6: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0" name="Google Shape;120;p7:notes"/>
          <p:cNvSpPr txBox="1"/>
          <p:nvPr>
            <p:ph idx="1" type="body"/>
          </p:nvPr>
        </p:nvSpPr>
        <p:spPr>
          <a:xfrm>
            <a:off x="730250" y="4554538"/>
            <a:ext cx="5842000" cy="4314825"/>
          </a:xfrm>
          <a:prstGeom prst="rect">
            <a:avLst/>
          </a:prstGeom>
          <a:noFill/>
          <a:ln>
            <a:noFill/>
          </a:ln>
        </p:spPr>
        <p:txBody>
          <a:bodyPr anchorCtr="0" anchor="t" bIns="48250" lIns="96500" spcFirstLastPara="1" rIns="96500" wrap="square" tIns="48250">
            <a:normAutofit/>
          </a:bodyPr>
          <a:lstStyle/>
          <a:p>
            <a:pPr indent="0" lvl="0" marL="0" rtl="0" algn="l">
              <a:spcBef>
                <a:spcPts val="0"/>
              </a:spcBef>
              <a:spcAft>
                <a:spcPts val="0"/>
              </a:spcAft>
              <a:buNone/>
            </a:pPr>
            <a:r>
              <a:t/>
            </a:r>
            <a:endParaRPr/>
          </a:p>
        </p:txBody>
      </p:sp>
      <p:sp>
        <p:nvSpPr>
          <p:cNvPr id="121" name="Google Shape;121;p7:notes"/>
          <p:cNvSpPr txBox="1"/>
          <p:nvPr>
            <p:ph idx="12" type="sldNum"/>
          </p:nvPr>
        </p:nvSpPr>
        <p:spPr>
          <a:xfrm>
            <a:off x="4136393" y="9107411"/>
            <a:ext cx="3164417" cy="479425"/>
          </a:xfrm>
          <a:prstGeom prst="rect">
            <a:avLst/>
          </a:prstGeom>
          <a:noFill/>
          <a:ln>
            <a:noFill/>
          </a:ln>
        </p:spPr>
        <p:txBody>
          <a:bodyPr anchorCtr="0" anchor="b" bIns="48250" lIns="96500" spcFirstLastPara="1" rIns="96500" wrap="square" tIns="48250">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129" name="Google Shape;129;p8: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137" name="Google Shape;137;p9: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146" name="Google Shape;146;p10: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155" name="Google Shape;155;p11: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164" name="Google Shape;164;p12: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173" name="Google Shape;173;p13: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183" name="Google Shape;183;p14: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2" name="Shape 192"/>
        <p:cNvGrpSpPr/>
        <p:nvPr/>
      </p:nvGrpSpPr>
      <p:grpSpPr>
        <a:xfrm>
          <a:off x="0" y="0"/>
          <a:ext cx="0" cy="0"/>
          <a:chOff x="0" y="0"/>
          <a:chExt cx="0" cy="0"/>
        </a:xfrm>
      </p:grpSpPr>
      <p:sp>
        <p:nvSpPr>
          <p:cNvPr id="193" name="Google Shape;193;p15: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4" name="Google Shape;194;p15:notes"/>
          <p:cNvSpPr txBox="1"/>
          <p:nvPr>
            <p:ph idx="1" type="body"/>
          </p:nvPr>
        </p:nvSpPr>
        <p:spPr>
          <a:xfrm>
            <a:off x="730250" y="4554538"/>
            <a:ext cx="5842000" cy="4314825"/>
          </a:xfrm>
          <a:prstGeom prst="rect">
            <a:avLst/>
          </a:prstGeom>
          <a:noFill/>
          <a:ln>
            <a:noFill/>
          </a:ln>
        </p:spPr>
        <p:txBody>
          <a:bodyPr anchorCtr="0" anchor="t" bIns="48250" lIns="96500" spcFirstLastPara="1" rIns="96500" wrap="square" tIns="48250">
            <a:normAutofit/>
          </a:bodyPr>
          <a:lstStyle/>
          <a:p>
            <a:pPr indent="0" lvl="0" marL="0" rtl="0" algn="l">
              <a:spcBef>
                <a:spcPts val="0"/>
              </a:spcBef>
              <a:spcAft>
                <a:spcPts val="0"/>
              </a:spcAft>
              <a:buNone/>
            </a:pPr>
            <a:r>
              <a:t/>
            </a:r>
            <a:endParaRPr/>
          </a:p>
        </p:txBody>
      </p:sp>
      <p:sp>
        <p:nvSpPr>
          <p:cNvPr id="195" name="Google Shape;195;p15:notes"/>
          <p:cNvSpPr txBox="1"/>
          <p:nvPr>
            <p:ph idx="12" type="sldNum"/>
          </p:nvPr>
        </p:nvSpPr>
        <p:spPr>
          <a:xfrm>
            <a:off x="4136393" y="9107411"/>
            <a:ext cx="3164417" cy="479425"/>
          </a:xfrm>
          <a:prstGeom prst="rect">
            <a:avLst/>
          </a:prstGeom>
          <a:noFill/>
          <a:ln>
            <a:noFill/>
          </a:ln>
        </p:spPr>
        <p:txBody>
          <a:bodyPr anchorCtr="0" anchor="b" bIns="48250" lIns="96500" spcFirstLastPara="1" rIns="96500" wrap="square" tIns="48250">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Google Shape;202;p16: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3" name="Google Shape;203;p16:notes"/>
          <p:cNvSpPr txBox="1"/>
          <p:nvPr>
            <p:ph idx="1" type="body"/>
          </p:nvPr>
        </p:nvSpPr>
        <p:spPr>
          <a:xfrm>
            <a:off x="730250" y="4554538"/>
            <a:ext cx="5842000" cy="4314825"/>
          </a:xfrm>
          <a:prstGeom prst="rect">
            <a:avLst/>
          </a:prstGeom>
          <a:noFill/>
          <a:ln>
            <a:noFill/>
          </a:ln>
        </p:spPr>
        <p:txBody>
          <a:bodyPr anchorCtr="0" anchor="t" bIns="48250" lIns="96500" spcFirstLastPara="1" rIns="96500" wrap="square" tIns="48250">
            <a:normAutofit/>
          </a:bodyPr>
          <a:lstStyle/>
          <a:p>
            <a:pPr indent="0" lvl="0" marL="0" rtl="0" algn="l">
              <a:spcBef>
                <a:spcPts val="0"/>
              </a:spcBef>
              <a:spcAft>
                <a:spcPts val="0"/>
              </a:spcAft>
              <a:buNone/>
            </a:pPr>
            <a:r>
              <a:t/>
            </a:r>
            <a:endParaRPr/>
          </a:p>
        </p:txBody>
      </p:sp>
      <p:sp>
        <p:nvSpPr>
          <p:cNvPr id="204" name="Google Shape;204;p16:notes"/>
          <p:cNvSpPr txBox="1"/>
          <p:nvPr>
            <p:ph idx="12" type="sldNum"/>
          </p:nvPr>
        </p:nvSpPr>
        <p:spPr>
          <a:xfrm>
            <a:off x="4136393" y="9107411"/>
            <a:ext cx="3164417" cy="479425"/>
          </a:xfrm>
          <a:prstGeom prst="rect">
            <a:avLst/>
          </a:prstGeom>
          <a:noFill/>
          <a:ln>
            <a:noFill/>
          </a:ln>
        </p:spPr>
        <p:txBody>
          <a:bodyPr anchorCtr="0" anchor="b" bIns="48250" lIns="96500" spcFirstLastPara="1" rIns="96500" wrap="square" tIns="48250">
            <a:noAutofit/>
          </a:bodyPr>
          <a:lstStyle/>
          <a:p>
            <a:pPr indent="0" lvl="0" marL="0" rtl="0" algn="r">
              <a:spcBef>
                <a:spcPts val="0"/>
              </a:spcBef>
              <a:spcAft>
                <a:spcPts val="0"/>
              </a:spcAft>
              <a:buSzPts val="13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p17: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212" name="Google Shape;212;p17: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8" name="Shape 218"/>
        <p:cNvGrpSpPr/>
        <p:nvPr/>
      </p:nvGrpSpPr>
      <p:grpSpPr>
        <a:xfrm>
          <a:off x="0" y="0"/>
          <a:ext cx="0" cy="0"/>
          <a:chOff x="0" y="0"/>
          <a:chExt cx="0" cy="0"/>
        </a:xfrm>
      </p:grpSpPr>
      <p:sp>
        <p:nvSpPr>
          <p:cNvPr id="219" name="Google Shape;219;p18: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220" name="Google Shape;220;p18: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6" name="Shape 226"/>
        <p:cNvGrpSpPr/>
        <p:nvPr/>
      </p:nvGrpSpPr>
      <p:grpSpPr>
        <a:xfrm>
          <a:off x="0" y="0"/>
          <a:ext cx="0" cy="0"/>
          <a:chOff x="0" y="0"/>
          <a:chExt cx="0" cy="0"/>
        </a:xfrm>
      </p:grpSpPr>
      <p:sp>
        <p:nvSpPr>
          <p:cNvPr id="227" name="Google Shape;227;p19: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228" name="Google Shape;228;p19: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4" name="Shape 234"/>
        <p:cNvGrpSpPr/>
        <p:nvPr/>
      </p:nvGrpSpPr>
      <p:grpSpPr>
        <a:xfrm>
          <a:off x="0" y="0"/>
          <a:ext cx="0" cy="0"/>
          <a:chOff x="0" y="0"/>
          <a:chExt cx="0" cy="0"/>
        </a:xfrm>
      </p:grpSpPr>
      <p:sp>
        <p:nvSpPr>
          <p:cNvPr id="235" name="Google Shape;235;p20:notes"/>
          <p:cNvSpPr txBox="1"/>
          <p:nvPr>
            <p:ph idx="1" type="body"/>
          </p:nvPr>
        </p:nvSpPr>
        <p:spPr>
          <a:xfrm>
            <a:off x="730250" y="4554538"/>
            <a:ext cx="5842000" cy="4314825"/>
          </a:xfrm>
          <a:prstGeom prst="rect">
            <a:avLst/>
          </a:prstGeom>
        </p:spPr>
        <p:txBody>
          <a:bodyPr anchorCtr="0" anchor="t" bIns="48250" lIns="96500" spcFirstLastPara="1" rIns="96500" wrap="square" tIns="48250">
            <a:noAutofit/>
          </a:bodyPr>
          <a:lstStyle/>
          <a:p>
            <a:pPr indent="0" lvl="0" marL="0" rtl="0" algn="l">
              <a:spcBef>
                <a:spcPts val="360"/>
              </a:spcBef>
              <a:spcAft>
                <a:spcPts val="0"/>
              </a:spcAft>
              <a:buNone/>
            </a:pPr>
            <a:r>
              <a:t/>
            </a:r>
            <a:endParaRPr/>
          </a:p>
        </p:txBody>
      </p:sp>
      <p:sp>
        <p:nvSpPr>
          <p:cNvPr id="236" name="Google Shape;236;p20:notes"/>
          <p:cNvSpPr/>
          <p:nvPr>
            <p:ph idx="2" type="sldImg"/>
          </p:nvPr>
        </p:nvSpPr>
        <p:spPr>
          <a:xfrm>
            <a:off x="1254125" y="719138"/>
            <a:ext cx="4794250" cy="3595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showMasterSp="0" type="title">
  <p:cSld name="TITLE">
    <p:spTree>
      <p:nvGrpSpPr>
        <p:cNvPr id="30" name="Shape 30"/>
        <p:cNvGrpSpPr/>
        <p:nvPr/>
      </p:nvGrpSpPr>
      <p:grpSpPr>
        <a:xfrm>
          <a:off x="0" y="0"/>
          <a:ext cx="0" cy="0"/>
          <a:chOff x="0" y="0"/>
          <a:chExt cx="0" cy="0"/>
        </a:xfrm>
      </p:grpSpPr>
      <p:grpSp>
        <p:nvGrpSpPr>
          <p:cNvPr id="31" name="Google Shape;31;p22"/>
          <p:cNvGrpSpPr/>
          <p:nvPr/>
        </p:nvGrpSpPr>
        <p:grpSpPr>
          <a:xfrm>
            <a:off x="0" y="0"/>
            <a:ext cx="9140825" cy="6850063"/>
            <a:chOff x="0" y="0"/>
            <a:chExt cx="5758" cy="4315"/>
          </a:xfrm>
        </p:grpSpPr>
        <p:grpSp>
          <p:nvGrpSpPr>
            <p:cNvPr id="32" name="Google Shape;32;p22"/>
            <p:cNvGrpSpPr/>
            <p:nvPr/>
          </p:nvGrpSpPr>
          <p:grpSpPr>
            <a:xfrm>
              <a:off x="1728" y="2230"/>
              <a:ext cx="4027" cy="2085"/>
              <a:chOff x="1728" y="2230"/>
              <a:chExt cx="4027" cy="2085"/>
            </a:xfrm>
          </p:grpSpPr>
          <p:sp>
            <p:nvSpPr>
              <p:cNvPr id="33" name="Google Shape;33;p22"/>
              <p:cNvSpPr/>
              <p:nvPr/>
            </p:nvSpPr>
            <p:spPr>
              <a:xfrm>
                <a:off x="1728" y="2644"/>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3092"/>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4" name="Google Shape;34;p22"/>
              <p:cNvSpPr/>
              <p:nvPr/>
            </p:nvSpPr>
            <p:spPr>
              <a:xfrm>
                <a:off x="4170" y="2671"/>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309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5" name="Google Shape;35;p22"/>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6" name="Google Shape;36;p22"/>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7" name="Google Shape;37;p22"/>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3090"/>
                  </a:gs>
                  <a:gs pos="100000">
                    <a:schemeClr val="dk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sp>
          <p:nvSpPr>
            <p:cNvPr id="38" name="Google Shape;38;p22"/>
            <p:cNvSpPr/>
            <p:nvPr/>
          </p:nvSpPr>
          <p:spPr>
            <a:xfrm>
              <a:off x="3322" y="1341"/>
              <a:ext cx="1825" cy="1537"/>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F8D"/>
                </a:gs>
                <a:gs pos="100000">
                  <a:schemeClr val="dk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39" name="Google Shape;39;p22"/>
            <p:cNvSpPr/>
            <p:nvPr/>
          </p:nvSpPr>
          <p:spPr>
            <a:xfrm>
              <a:off x="0" y="0"/>
              <a:ext cx="5758" cy="1776"/>
            </a:xfrm>
            <a:custGeom>
              <a:rect b="b" l="l" r="r" t="t"/>
              <a:pathLst>
                <a:path extrusionOk="0" h="1906" w="5740">
                  <a:moveTo>
                    <a:pt x="0" y="0"/>
                  </a:moveTo>
                  <a:lnTo>
                    <a:pt x="0" y="1906"/>
                  </a:lnTo>
                  <a:lnTo>
                    <a:pt x="5740" y="1906"/>
                  </a:lnTo>
                  <a:lnTo>
                    <a:pt x="5740" y="0"/>
                  </a:lnTo>
                  <a:lnTo>
                    <a:pt x="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pic>
        <p:nvPicPr>
          <p:cNvPr id="40" name="Google Shape;40;p22"/>
          <p:cNvPicPr preferRelativeResize="0"/>
          <p:nvPr/>
        </p:nvPicPr>
        <p:blipFill rotWithShape="1">
          <a:blip r:embed="rId2">
            <a:alphaModFix/>
          </a:blip>
          <a:srcRect b="0" l="0" r="0" t="0"/>
          <a:stretch/>
        </p:blipFill>
        <p:spPr>
          <a:xfrm>
            <a:off x="0" y="0"/>
            <a:ext cx="9144000" cy="4267200"/>
          </a:xfrm>
          <a:prstGeom prst="rect">
            <a:avLst/>
          </a:prstGeom>
          <a:noFill/>
          <a:ln>
            <a:noFill/>
          </a:ln>
        </p:spPr>
      </p:pic>
      <p:cxnSp>
        <p:nvCxnSpPr>
          <p:cNvPr id="41" name="Google Shape;41;p22"/>
          <p:cNvCxnSpPr/>
          <p:nvPr/>
        </p:nvCxnSpPr>
        <p:spPr>
          <a:xfrm>
            <a:off x="0" y="6477000"/>
            <a:ext cx="9144000" cy="0"/>
          </a:xfrm>
          <a:prstGeom prst="straightConnector1">
            <a:avLst/>
          </a:prstGeom>
          <a:noFill/>
          <a:ln cap="flat" cmpd="sng" w="9525">
            <a:solidFill>
              <a:srgbClr val="00FFFF"/>
            </a:solidFill>
            <a:prstDash val="solid"/>
            <a:round/>
            <a:headEnd len="med" w="med" type="none"/>
            <a:tailEnd len="med" w="med" type="none"/>
          </a:ln>
        </p:spPr>
      </p:cxnSp>
      <p:sp>
        <p:nvSpPr>
          <p:cNvPr id="42" name="Google Shape;42;p22"/>
          <p:cNvSpPr/>
          <p:nvPr/>
        </p:nvSpPr>
        <p:spPr>
          <a:xfrm>
            <a:off x="76200" y="6553200"/>
            <a:ext cx="228600" cy="228600"/>
          </a:xfrm>
          <a:prstGeom prst="star16">
            <a:avLst>
              <a:gd fmla="val 37500" name="adj"/>
            </a:avLst>
          </a:prstGeom>
          <a:gradFill>
            <a:gsLst>
              <a:gs pos="0">
                <a:srgbClr val="8F6BB3"/>
              </a:gs>
              <a:gs pos="50000">
                <a:srgbClr val="CC99FF"/>
              </a:gs>
              <a:gs pos="100000">
                <a:srgbClr val="8F6BB3"/>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43" name="Google Shape;43;p22"/>
          <p:cNvSpPr/>
          <p:nvPr/>
        </p:nvSpPr>
        <p:spPr>
          <a:xfrm>
            <a:off x="6096000" y="3733800"/>
            <a:ext cx="28956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hlink"/>
              </a:buClr>
              <a:buSzPts val="1400"/>
              <a:buFont typeface="Noto Sans Symbols"/>
              <a:buNone/>
            </a:pPr>
            <a:r>
              <a:rPr b="0" i="0" lang="en-US" sz="2000" u="none" cap="none" strike="noStrike">
                <a:solidFill>
                  <a:srgbClr val="FF9900"/>
                </a:solidFill>
                <a:latin typeface="Arial"/>
                <a:ea typeface="Arial"/>
                <a:cs typeface="Arial"/>
                <a:sym typeface="Arial"/>
              </a:rPr>
              <a:t>GV. Nguyễn Minh Huy</a:t>
            </a:r>
            <a:endParaRPr b="0" i="0" sz="2000" u="none" cap="none" strike="noStrike">
              <a:solidFill>
                <a:srgbClr val="FF9900"/>
              </a:solidFill>
              <a:latin typeface="Arial"/>
              <a:ea typeface="Arial"/>
              <a:cs typeface="Arial"/>
              <a:sym typeface="Arial"/>
            </a:endParaRPr>
          </a:p>
        </p:txBody>
      </p:sp>
      <p:sp>
        <p:nvSpPr>
          <p:cNvPr id="44" name="Google Shape;44;p22"/>
          <p:cNvSpPr txBox="1"/>
          <p:nvPr>
            <p:ph type="ctrTitle"/>
          </p:nvPr>
        </p:nvSpPr>
        <p:spPr>
          <a:xfrm>
            <a:off x="304800" y="1828800"/>
            <a:ext cx="8534400" cy="1676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5000">
                <a:solidFill>
                  <a:srgbClr val="FF66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2"/>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22"/>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200"/>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47" name="Shape 47"/>
        <p:cNvGrpSpPr/>
        <p:nvPr/>
      </p:nvGrpSpPr>
      <p:grpSpPr>
        <a:xfrm>
          <a:off x="0" y="0"/>
          <a:ext cx="0" cy="0"/>
          <a:chOff x="0" y="0"/>
          <a:chExt cx="0" cy="0"/>
        </a:xfrm>
      </p:grpSpPr>
      <p:sp>
        <p:nvSpPr>
          <p:cNvPr id="48" name="Google Shape;48;p23"/>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50" name="Google Shape;50;p23"/>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23"/>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200"/>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2_Title and Content">
  <p:cSld name="2_Title and Content">
    <p:spTree>
      <p:nvGrpSpPr>
        <p:cNvPr id="52" name="Shape 52"/>
        <p:cNvGrpSpPr/>
        <p:nvPr/>
      </p:nvGrpSpPr>
      <p:grpSpPr>
        <a:xfrm>
          <a:off x="0" y="0"/>
          <a:ext cx="0" cy="0"/>
          <a:chOff x="0" y="0"/>
          <a:chExt cx="0" cy="0"/>
        </a:xfrm>
      </p:grpSpPr>
      <p:sp>
        <p:nvSpPr>
          <p:cNvPr id="53" name="Google Shape;53;p24"/>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4"/>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55" name="Google Shape;55;p24"/>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6" name="Google Shape;56;p24"/>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200"/>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clipboard2" id="57" name="Google Shape;57;p24"/>
          <p:cNvPicPr preferRelativeResize="0"/>
          <p:nvPr/>
        </p:nvPicPr>
        <p:blipFill rotWithShape="1">
          <a:blip r:embed="rId2">
            <a:alphaModFix/>
          </a:blip>
          <a:srcRect b="0" l="0" r="0" t="0"/>
          <a:stretch/>
        </p:blipFill>
        <p:spPr>
          <a:xfrm>
            <a:off x="7189788" y="4419600"/>
            <a:ext cx="1725612" cy="1905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Title and Content">
  <p:cSld name="1_Title and Content">
    <p:spTree>
      <p:nvGrpSpPr>
        <p:cNvPr id="58" name="Shape 58"/>
        <p:cNvGrpSpPr/>
        <p:nvPr/>
      </p:nvGrpSpPr>
      <p:grpSpPr>
        <a:xfrm>
          <a:off x="0" y="0"/>
          <a:ext cx="0" cy="0"/>
          <a:chOff x="0" y="0"/>
          <a:chExt cx="0" cy="0"/>
        </a:xfrm>
      </p:grpSpPr>
      <p:pic>
        <p:nvPicPr>
          <p:cNvPr id="59" name="Google Shape;59;p25"/>
          <p:cNvPicPr preferRelativeResize="0"/>
          <p:nvPr/>
        </p:nvPicPr>
        <p:blipFill rotWithShape="1">
          <a:blip r:embed="rId2">
            <a:alphaModFix/>
          </a:blip>
          <a:srcRect b="0" l="0" r="0" t="0"/>
          <a:stretch/>
        </p:blipFill>
        <p:spPr>
          <a:xfrm>
            <a:off x="6754813" y="4176713"/>
            <a:ext cx="2160587" cy="2147887"/>
          </a:xfrm>
          <a:prstGeom prst="rect">
            <a:avLst/>
          </a:prstGeom>
          <a:noFill/>
          <a:ln>
            <a:noFill/>
          </a:ln>
        </p:spPr>
      </p:pic>
      <p:sp>
        <p:nvSpPr>
          <p:cNvPr id="60" name="Google Shape;60;p25"/>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5"/>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308610" lvl="4" marL="2286000" algn="l">
              <a:spcBef>
                <a:spcPts val="360"/>
              </a:spcBef>
              <a:spcAft>
                <a:spcPts val="0"/>
              </a:spcAft>
              <a:buSzPts val="1260"/>
              <a:buChar char="⮚"/>
              <a:defRPr/>
            </a:lvl5pPr>
            <a:lvl6pPr indent="-308610" lvl="5" marL="2743200" algn="l">
              <a:spcBef>
                <a:spcPts val="360"/>
              </a:spcBef>
              <a:spcAft>
                <a:spcPts val="0"/>
              </a:spcAft>
              <a:buSzPts val="1260"/>
              <a:buChar char="⮚"/>
              <a:defRPr/>
            </a:lvl6pPr>
            <a:lvl7pPr indent="-308610" lvl="6" marL="3200400" algn="l">
              <a:spcBef>
                <a:spcPts val="360"/>
              </a:spcBef>
              <a:spcAft>
                <a:spcPts val="0"/>
              </a:spcAft>
              <a:buSzPts val="1260"/>
              <a:buChar char="⮚"/>
              <a:defRPr/>
            </a:lvl7pPr>
            <a:lvl8pPr indent="-308609" lvl="7" marL="3657600" algn="l">
              <a:spcBef>
                <a:spcPts val="360"/>
              </a:spcBef>
              <a:spcAft>
                <a:spcPts val="0"/>
              </a:spcAft>
              <a:buSzPts val="1260"/>
              <a:buChar char="⮚"/>
              <a:defRPr/>
            </a:lvl8pPr>
            <a:lvl9pPr indent="-308609" lvl="8" marL="4114800" algn="l">
              <a:spcBef>
                <a:spcPts val="360"/>
              </a:spcBef>
              <a:spcAft>
                <a:spcPts val="0"/>
              </a:spcAft>
              <a:buSzPts val="1260"/>
              <a:buChar char="⮚"/>
              <a:defRPr/>
            </a:lvl9pPr>
          </a:lstStyle>
          <a:p/>
        </p:txBody>
      </p:sp>
      <p:sp>
        <p:nvSpPr>
          <p:cNvPr id="62" name="Google Shape;62;p25"/>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63" name="Google Shape;63;p25"/>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200"/>
              <a:buNone/>
              <a:defRPr/>
            </a:lvl1pPr>
            <a:lvl2pPr lvl="1" algn="l">
              <a:spcBef>
                <a:spcPts val="360"/>
              </a:spcBef>
              <a:spcAft>
                <a:spcPts val="0"/>
              </a:spcAft>
              <a:buSzPts val="1260"/>
              <a:buChar char="■"/>
              <a:defRPr/>
            </a:lvl2pPr>
            <a:lvl3pPr lvl="2" algn="l">
              <a:spcBef>
                <a:spcPts val="360"/>
              </a:spcBef>
              <a:spcAft>
                <a:spcPts val="0"/>
              </a:spcAft>
              <a:buSzPts val="1260"/>
              <a:buChar char="■"/>
              <a:defRPr/>
            </a:lvl3pPr>
            <a:lvl4pPr lvl="3" algn="l">
              <a:spcBef>
                <a:spcPts val="360"/>
              </a:spcBef>
              <a:spcAft>
                <a:spcPts val="0"/>
              </a:spcAft>
              <a:buSzPts val="1260"/>
              <a:buChar char="■"/>
              <a:defRPr/>
            </a:lvl4pPr>
            <a:lvl5pPr lvl="4" algn="l">
              <a:spcBef>
                <a:spcPts val="360"/>
              </a:spcBef>
              <a:spcAft>
                <a:spcPts val="0"/>
              </a:spcAft>
              <a:buSzPts val="1260"/>
              <a:buChar char="■"/>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dk2"/>
        </a:solidFill>
      </p:bgPr>
    </p:bg>
    <p:spTree>
      <p:nvGrpSpPr>
        <p:cNvPr id="9" name="Shape 9"/>
        <p:cNvGrpSpPr/>
        <p:nvPr/>
      </p:nvGrpSpPr>
      <p:grpSpPr>
        <a:xfrm>
          <a:off x="0" y="0"/>
          <a:ext cx="0" cy="0"/>
          <a:chOff x="0" y="0"/>
          <a:chExt cx="0" cy="0"/>
        </a:xfrm>
      </p:grpSpPr>
      <p:sp>
        <p:nvSpPr>
          <p:cNvPr id="10" name="Google Shape;10;p21"/>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indent="0" lvl="1"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2pPr>
            <a:lvl3pPr indent="0" lvl="2"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3pPr>
            <a:lvl4pPr indent="0" lvl="3"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4pPr>
            <a:lvl5pPr indent="0" lvl="4"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5pPr>
            <a:lvl6pPr indent="0" lvl="5"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6pPr>
            <a:lvl7pPr indent="0" lvl="6"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7pPr>
            <a:lvl8pPr indent="0" lvl="7"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8pPr>
            <a:lvl9pPr indent="0" lvl="8" marL="0" marR="0" rtl="0" algn="r">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1" name="Google Shape;11;p21"/>
          <p:cNvGrpSpPr/>
          <p:nvPr/>
        </p:nvGrpSpPr>
        <p:grpSpPr>
          <a:xfrm>
            <a:off x="0" y="0"/>
            <a:ext cx="9140825" cy="6850063"/>
            <a:chOff x="0" y="0"/>
            <a:chExt cx="5758" cy="4315"/>
          </a:xfrm>
        </p:grpSpPr>
        <p:grpSp>
          <p:nvGrpSpPr>
            <p:cNvPr id="12" name="Google Shape;12;p21"/>
            <p:cNvGrpSpPr/>
            <p:nvPr/>
          </p:nvGrpSpPr>
          <p:grpSpPr>
            <a:xfrm>
              <a:off x="1728" y="2230"/>
              <a:ext cx="4027" cy="2085"/>
              <a:chOff x="1728" y="2230"/>
              <a:chExt cx="4027" cy="2085"/>
            </a:xfrm>
          </p:grpSpPr>
          <p:sp>
            <p:nvSpPr>
              <p:cNvPr id="13" name="Google Shape;13;p21"/>
              <p:cNvSpPr/>
              <p:nvPr/>
            </p:nvSpPr>
            <p:spPr>
              <a:xfrm>
                <a:off x="1728" y="2644"/>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3092"/>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4" name="Google Shape;14;p21"/>
              <p:cNvSpPr/>
              <p:nvPr/>
            </p:nvSpPr>
            <p:spPr>
              <a:xfrm>
                <a:off x="4170" y="2671"/>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309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5" name="Google Shape;15;p2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6" name="Google Shape;16;p21"/>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7" name="Google Shape;17;p21"/>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3090"/>
                  </a:gs>
                  <a:gs pos="100000">
                    <a:schemeClr val="dk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sp>
          <p:nvSpPr>
            <p:cNvPr id="18" name="Google Shape;18;p21"/>
            <p:cNvSpPr/>
            <p:nvPr/>
          </p:nvSpPr>
          <p:spPr>
            <a:xfrm>
              <a:off x="3322" y="1341"/>
              <a:ext cx="1825" cy="1537"/>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F8D"/>
                </a:gs>
                <a:gs pos="100000">
                  <a:schemeClr val="dk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19" name="Google Shape;19;p21"/>
            <p:cNvSpPr/>
            <p:nvPr/>
          </p:nvSpPr>
          <p:spPr>
            <a:xfrm>
              <a:off x="0" y="0"/>
              <a:ext cx="5758" cy="1776"/>
            </a:xfrm>
            <a:custGeom>
              <a:rect b="b" l="l" r="r" t="t"/>
              <a:pathLst>
                <a:path extrusionOk="0" h="1906" w="5740">
                  <a:moveTo>
                    <a:pt x="0" y="0"/>
                  </a:moveTo>
                  <a:lnTo>
                    <a:pt x="0" y="1906"/>
                  </a:lnTo>
                  <a:lnTo>
                    <a:pt x="5740" y="1906"/>
                  </a:lnTo>
                  <a:lnTo>
                    <a:pt x="5740" y="0"/>
                  </a:lnTo>
                  <a:lnTo>
                    <a:pt x="0" y="0"/>
                  </a:lnTo>
                  <a:lnTo>
                    <a:pt x="0" y="0"/>
                  </a:lnTo>
                  <a:close/>
                </a:path>
              </a:pathLst>
            </a:custGeom>
            <a:gradFill>
              <a:gsLst>
                <a:gs pos="0">
                  <a:schemeClr val="dk1"/>
                </a:gs>
                <a:gs pos="100000">
                  <a:schemeClr val="dk2"/>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sp>
        <p:nvSpPr>
          <p:cNvPr id="20" name="Google Shape;20;p21"/>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none" cap="none" strike="noStrike">
                <a:solidFill>
                  <a:schemeClr val="lt2"/>
                </a:solidFill>
                <a:latin typeface="Arial"/>
                <a:ea typeface="Arial"/>
                <a:cs typeface="Arial"/>
                <a:sym typeface="Arial"/>
              </a:defRPr>
            </a:lvl1pPr>
            <a:lvl2pPr lvl="1" marR="0" rtl="0" algn="l">
              <a:spcBef>
                <a:spcPts val="0"/>
              </a:spcBef>
              <a:spcAft>
                <a:spcPts val="0"/>
              </a:spcAft>
              <a:buSzPts val="1400"/>
              <a:buNone/>
              <a:defRPr b="0" i="0" sz="4000" u="none" cap="none" strike="noStrike">
                <a:solidFill>
                  <a:schemeClr val="lt2"/>
                </a:solidFill>
                <a:latin typeface="Arial"/>
                <a:ea typeface="Arial"/>
                <a:cs typeface="Arial"/>
                <a:sym typeface="Arial"/>
              </a:defRPr>
            </a:lvl2pPr>
            <a:lvl3pPr lvl="2" marR="0" rtl="0" algn="l">
              <a:spcBef>
                <a:spcPts val="0"/>
              </a:spcBef>
              <a:spcAft>
                <a:spcPts val="0"/>
              </a:spcAft>
              <a:buSzPts val="1400"/>
              <a:buNone/>
              <a:defRPr b="0" i="0" sz="4000" u="none" cap="none" strike="noStrike">
                <a:solidFill>
                  <a:schemeClr val="lt2"/>
                </a:solidFill>
                <a:latin typeface="Arial"/>
                <a:ea typeface="Arial"/>
                <a:cs typeface="Arial"/>
                <a:sym typeface="Arial"/>
              </a:defRPr>
            </a:lvl3pPr>
            <a:lvl4pPr lvl="3" marR="0" rtl="0" algn="l">
              <a:spcBef>
                <a:spcPts val="0"/>
              </a:spcBef>
              <a:spcAft>
                <a:spcPts val="0"/>
              </a:spcAft>
              <a:buSzPts val="1400"/>
              <a:buNone/>
              <a:defRPr b="0" i="0" sz="4000" u="none" cap="none" strike="noStrike">
                <a:solidFill>
                  <a:schemeClr val="lt2"/>
                </a:solidFill>
                <a:latin typeface="Arial"/>
                <a:ea typeface="Arial"/>
                <a:cs typeface="Arial"/>
                <a:sym typeface="Arial"/>
              </a:defRPr>
            </a:lvl4pPr>
            <a:lvl5pPr lvl="4" marR="0" rtl="0" algn="l">
              <a:spcBef>
                <a:spcPts val="0"/>
              </a:spcBef>
              <a:spcAft>
                <a:spcPts val="0"/>
              </a:spcAft>
              <a:buSzPts val="1400"/>
              <a:buNone/>
              <a:defRPr b="0" i="0" sz="4000" u="none" cap="none" strike="noStrike">
                <a:solidFill>
                  <a:schemeClr val="lt2"/>
                </a:solidFill>
                <a:latin typeface="Arial"/>
                <a:ea typeface="Arial"/>
                <a:cs typeface="Arial"/>
                <a:sym typeface="Arial"/>
              </a:defRPr>
            </a:lvl5pPr>
            <a:lvl6pPr lvl="5" marR="0" rtl="0" algn="l">
              <a:spcBef>
                <a:spcPts val="0"/>
              </a:spcBef>
              <a:spcAft>
                <a:spcPts val="0"/>
              </a:spcAft>
              <a:buSzPts val="1400"/>
              <a:buNone/>
              <a:defRPr b="0" i="0" sz="4000" u="none" cap="none" strike="noStrike">
                <a:solidFill>
                  <a:schemeClr val="lt2"/>
                </a:solidFill>
                <a:latin typeface="Arial"/>
                <a:ea typeface="Arial"/>
                <a:cs typeface="Arial"/>
                <a:sym typeface="Arial"/>
              </a:defRPr>
            </a:lvl6pPr>
            <a:lvl7pPr lvl="6" marR="0" rtl="0" algn="l">
              <a:spcBef>
                <a:spcPts val="0"/>
              </a:spcBef>
              <a:spcAft>
                <a:spcPts val="0"/>
              </a:spcAft>
              <a:buSzPts val="1400"/>
              <a:buNone/>
              <a:defRPr b="0" i="0" sz="4000" u="none" cap="none" strike="noStrike">
                <a:solidFill>
                  <a:schemeClr val="lt2"/>
                </a:solidFill>
                <a:latin typeface="Arial"/>
                <a:ea typeface="Arial"/>
                <a:cs typeface="Arial"/>
                <a:sym typeface="Arial"/>
              </a:defRPr>
            </a:lvl7pPr>
            <a:lvl8pPr lvl="7" marR="0" rtl="0" algn="l">
              <a:spcBef>
                <a:spcPts val="0"/>
              </a:spcBef>
              <a:spcAft>
                <a:spcPts val="0"/>
              </a:spcAft>
              <a:buSzPts val="1400"/>
              <a:buNone/>
              <a:defRPr b="0" i="0" sz="4000" u="none" cap="none" strike="noStrike">
                <a:solidFill>
                  <a:schemeClr val="lt2"/>
                </a:solidFill>
                <a:latin typeface="Arial"/>
                <a:ea typeface="Arial"/>
                <a:cs typeface="Arial"/>
                <a:sym typeface="Arial"/>
              </a:defRPr>
            </a:lvl8pPr>
            <a:lvl9pPr lvl="8" marR="0" rtl="0" algn="l">
              <a:spcBef>
                <a:spcPts val="0"/>
              </a:spcBef>
              <a:spcAft>
                <a:spcPts val="0"/>
              </a:spcAft>
              <a:buSzPts val="1400"/>
              <a:buNone/>
              <a:defRPr b="0" i="0" sz="4000" u="none" cap="none" strike="noStrike">
                <a:solidFill>
                  <a:schemeClr val="lt2"/>
                </a:solidFill>
                <a:latin typeface="Arial"/>
                <a:ea typeface="Arial"/>
                <a:cs typeface="Arial"/>
                <a:sym typeface="Arial"/>
              </a:defRPr>
            </a:lvl9pPr>
          </a:lstStyle>
          <a:p/>
        </p:txBody>
      </p:sp>
      <p:sp>
        <p:nvSpPr>
          <p:cNvPr id="21" name="Google Shape;21;p21"/>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lt1"/>
              </a:buClr>
              <a:buSzPts val="1200"/>
              <a:buFont typeface="Noto Sans Symbols"/>
              <a:buNone/>
              <a:defRPr b="0" i="0" sz="1200" u="none" cap="none" strike="noStrike">
                <a:solidFill>
                  <a:schemeClr val="lt1"/>
                </a:solidFill>
                <a:latin typeface="Arial"/>
                <a:ea typeface="Arial"/>
                <a:cs typeface="Arial"/>
                <a:sym typeface="Arial"/>
              </a:defRPr>
            </a:lvl1pPr>
            <a:lvl2pPr lvl="1"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2pPr>
            <a:lvl3pPr lvl="2"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3pPr>
            <a:lvl4pPr lvl="3"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4pPr>
            <a:lvl5pPr lvl="4"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lt1"/>
                </a:solidFill>
                <a:latin typeface="Arial"/>
                <a:ea typeface="Arial"/>
                <a:cs typeface="Arial"/>
                <a:sym typeface="Arial"/>
              </a:defRPr>
            </a:lvl9pPr>
          </a:lstStyle>
          <a:p/>
        </p:txBody>
      </p:sp>
      <p:sp>
        <p:nvSpPr>
          <p:cNvPr id="22" name="Google Shape;22;p21"/>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lvl1pPr indent="-370840" lvl="0" marL="457200" marR="0" rtl="0" algn="l">
              <a:spcBef>
                <a:spcPts val="640"/>
              </a:spcBef>
              <a:spcAft>
                <a:spcPts val="0"/>
              </a:spcAft>
              <a:buClr>
                <a:schemeClr val="hlink"/>
              </a:buClr>
              <a:buSzPts val="2240"/>
              <a:buFont typeface="Noto Sans Symbols"/>
              <a:buChar char="■"/>
              <a:defRPr b="0" i="0" sz="3200" u="none" cap="none" strike="noStrike">
                <a:solidFill>
                  <a:schemeClr val="lt1"/>
                </a:solidFill>
                <a:latin typeface="Arial"/>
                <a:ea typeface="Arial"/>
                <a:cs typeface="Arial"/>
                <a:sym typeface="Arial"/>
              </a:defRPr>
            </a:lvl1pPr>
            <a:lvl2pPr indent="-353060" lvl="1" marL="914400" marR="0" rtl="0" algn="l">
              <a:spcBef>
                <a:spcPts val="560"/>
              </a:spcBef>
              <a:spcAft>
                <a:spcPts val="0"/>
              </a:spcAft>
              <a:buClr>
                <a:schemeClr val="accent2"/>
              </a:buClr>
              <a:buSzPts val="1960"/>
              <a:buFont typeface="Noto Sans Symbols"/>
              <a:buChar char="■"/>
              <a:defRPr b="0" i="0" sz="2800" u="none" cap="none" strike="noStrike">
                <a:solidFill>
                  <a:schemeClr val="lt1"/>
                </a:solidFill>
                <a:latin typeface="Arial"/>
                <a:ea typeface="Arial"/>
                <a:cs typeface="Arial"/>
                <a:sym typeface="Arial"/>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Arial"/>
                <a:ea typeface="Arial"/>
                <a:cs typeface="Arial"/>
                <a:sym typeface="Arial"/>
              </a:defRPr>
            </a:lvl3pPr>
            <a:lvl4pPr indent="-317500" lvl="3" marL="1828800" marR="0" rtl="0" algn="l">
              <a:spcBef>
                <a:spcPts val="400"/>
              </a:spcBef>
              <a:spcAft>
                <a:spcPts val="0"/>
              </a:spcAft>
              <a:buClr>
                <a:schemeClr val="lt1"/>
              </a:buClr>
              <a:buSzPts val="1400"/>
              <a:buFont typeface="Noto Sans Symbols"/>
              <a:buChar char="⮚"/>
              <a:defRPr b="0" i="0" sz="2000" u="none" cap="none" strike="noStrike">
                <a:solidFill>
                  <a:schemeClr val="lt1"/>
                </a:solidFill>
                <a:latin typeface="Arial"/>
                <a:ea typeface="Arial"/>
                <a:cs typeface="Arial"/>
                <a:sym typeface="Arial"/>
              </a:defRPr>
            </a:lvl4pPr>
            <a:lvl5pPr indent="-299720" lvl="4" marL="22860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5pPr>
            <a:lvl6pPr indent="-299720" lvl="5" marL="27432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6pPr>
            <a:lvl7pPr indent="-299720" lvl="6" marL="32004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7pPr>
            <a:lvl8pPr indent="-299720" lvl="7" marL="36576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8pPr>
            <a:lvl9pPr indent="-299720" lvl="8" marL="4114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Arial"/>
                <a:ea typeface="Arial"/>
                <a:cs typeface="Arial"/>
                <a:sym typeface="Arial"/>
              </a:defRPr>
            </a:lvl9pPr>
          </a:lstStyle>
          <a:p/>
        </p:txBody>
      </p:sp>
      <p:cxnSp>
        <p:nvCxnSpPr>
          <p:cNvPr id="23" name="Google Shape;23;p21"/>
          <p:cNvCxnSpPr/>
          <p:nvPr/>
        </p:nvCxnSpPr>
        <p:spPr>
          <a:xfrm>
            <a:off x="0" y="914400"/>
            <a:ext cx="9144000" cy="0"/>
          </a:xfrm>
          <a:prstGeom prst="straightConnector1">
            <a:avLst/>
          </a:prstGeom>
          <a:noFill/>
          <a:ln cap="flat" cmpd="sng" w="9525">
            <a:solidFill>
              <a:schemeClr val="hlink"/>
            </a:solidFill>
            <a:prstDash val="solid"/>
            <a:round/>
            <a:headEnd len="med" w="med" type="none"/>
            <a:tailEnd len="med" w="med" type="none"/>
          </a:ln>
        </p:spPr>
      </p:cxnSp>
      <p:grpSp>
        <p:nvGrpSpPr>
          <p:cNvPr id="24" name="Google Shape;24;p21"/>
          <p:cNvGrpSpPr/>
          <p:nvPr/>
        </p:nvGrpSpPr>
        <p:grpSpPr>
          <a:xfrm>
            <a:off x="7848600" y="152400"/>
            <a:ext cx="685800" cy="609600"/>
            <a:chOff x="5088" y="48"/>
            <a:chExt cx="528" cy="480"/>
          </a:xfrm>
        </p:grpSpPr>
        <p:sp>
          <p:nvSpPr>
            <p:cNvPr id="25" name="Google Shape;25;p21"/>
            <p:cNvSpPr/>
            <p:nvPr/>
          </p:nvSpPr>
          <p:spPr>
            <a:xfrm>
              <a:off x="5088" y="144"/>
              <a:ext cx="288" cy="336"/>
            </a:xfrm>
            <a:prstGeom prst="flowChartAlternateProcess">
              <a:avLst/>
            </a:prstGeom>
            <a:noFill/>
            <a:ln cap="flat" cmpd="sng" w="2857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26" name="Google Shape;26;p21"/>
            <p:cNvSpPr/>
            <p:nvPr/>
          </p:nvSpPr>
          <p:spPr>
            <a:xfrm>
              <a:off x="5185" y="48"/>
              <a:ext cx="385" cy="336"/>
            </a:xfrm>
            <a:prstGeom prst="flowChartAlternateProcess">
              <a:avLst/>
            </a:prstGeom>
            <a:no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
          <p:nvSpPr>
            <p:cNvPr id="27" name="Google Shape;27;p21"/>
            <p:cNvSpPr/>
            <p:nvPr/>
          </p:nvSpPr>
          <p:spPr>
            <a:xfrm>
              <a:off x="5232" y="192"/>
              <a:ext cx="384" cy="336"/>
            </a:xfrm>
            <a:prstGeom prst="flowChartAlternateProcess">
              <a:avLst/>
            </a:prstGeom>
            <a:no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grpSp>
      <p:cxnSp>
        <p:nvCxnSpPr>
          <p:cNvPr id="28" name="Google Shape;28;p21"/>
          <p:cNvCxnSpPr/>
          <p:nvPr/>
        </p:nvCxnSpPr>
        <p:spPr>
          <a:xfrm>
            <a:off x="0" y="6477000"/>
            <a:ext cx="9144000" cy="0"/>
          </a:xfrm>
          <a:prstGeom prst="straightConnector1">
            <a:avLst/>
          </a:prstGeom>
          <a:noFill/>
          <a:ln cap="flat" cmpd="sng" w="9525">
            <a:solidFill>
              <a:schemeClr val="hlink"/>
            </a:solidFill>
            <a:prstDash val="solid"/>
            <a:round/>
            <a:headEnd len="med" w="med" type="none"/>
            <a:tailEnd len="med" w="med" type="none"/>
          </a:ln>
        </p:spPr>
      </p:cxnSp>
      <p:sp>
        <p:nvSpPr>
          <p:cNvPr id="29" name="Google Shape;29;p21"/>
          <p:cNvSpPr/>
          <p:nvPr/>
        </p:nvSpPr>
        <p:spPr>
          <a:xfrm>
            <a:off x="76200" y="6553200"/>
            <a:ext cx="228600" cy="228600"/>
          </a:xfrm>
          <a:prstGeom prst="star16">
            <a:avLst>
              <a:gd fmla="val 37500" name="adj"/>
            </a:avLst>
          </a:prstGeom>
          <a:gradFill>
            <a:gsLst>
              <a:gs pos="0">
                <a:srgbClr val="8F6BB3"/>
              </a:gs>
              <a:gs pos="50000">
                <a:srgbClr val="CC99FF"/>
              </a:gs>
              <a:gs pos="100000">
                <a:srgbClr val="8F6BB3"/>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2"/>
              </a:buClr>
              <a:buSzPts val="1680"/>
              <a:buFont typeface="Noto Sans Symbols"/>
              <a:buNone/>
            </a:pPr>
            <a:r>
              <a:t/>
            </a:r>
            <a:endParaRPr b="0" i="0" sz="24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 name="Shape 68"/>
        <p:cNvGrpSpPr/>
        <p:nvPr/>
      </p:nvGrpSpPr>
      <p:grpSpPr>
        <a:xfrm>
          <a:off x="0" y="0"/>
          <a:ext cx="0" cy="0"/>
          <a:chOff x="0" y="0"/>
          <a:chExt cx="0" cy="0"/>
        </a:xfrm>
      </p:grpSpPr>
      <p:sp>
        <p:nvSpPr>
          <p:cNvPr id="69" name="Google Shape;69;p1"/>
          <p:cNvSpPr txBox="1"/>
          <p:nvPr>
            <p:ph type="ctrTitle"/>
          </p:nvPr>
        </p:nvSpPr>
        <p:spPr>
          <a:xfrm>
            <a:off x="304800" y="1828800"/>
            <a:ext cx="8534400" cy="1676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Mẫu thiết kế </a:t>
            </a:r>
            <a:br>
              <a:rPr lang="en-US"/>
            </a:br>
            <a:r>
              <a:rPr lang="en-US"/>
              <a:t>hướng đối tượng</a:t>
            </a:r>
            <a:endParaRPr/>
          </a:p>
        </p:txBody>
      </p:sp>
      <p:sp>
        <p:nvSpPr>
          <p:cNvPr id="70" name="Google Shape;70;p1"/>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71" name="Google Shape;71;p1"/>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6" name="Shape 76"/>
        <p:cNvGrpSpPr/>
        <p:nvPr/>
      </p:nvGrpSpPr>
      <p:grpSpPr>
        <a:xfrm>
          <a:off x="0" y="0"/>
          <a:ext cx="0" cy="0"/>
          <a:chOff x="0" y="0"/>
          <a:chExt cx="0" cy="0"/>
        </a:xfrm>
      </p:grpSpPr>
      <p:sp>
        <p:nvSpPr>
          <p:cNvPr id="77" name="Google Shape;77;p2"/>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Nội dung</a:t>
            </a:r>
            <a:endParaRPr/>
          </a:p>
        </p:txBody>
      </p:sp>
      <p:sp>
        <p:nvSpPr>
          <p:cNvPr id="78" name="Google Shape;78;p2"/>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Giới thiệu mẫu thiết kế.</a:t>
            </a:r>
            <a:endParaRPr/>
          </a:p>
          <a:p>
            <a:pPr indent="-342900" lvl="0" marL="342900" rtl="0" algn="l">
              <a:spcBef>
                <a:spcPts val="640"/>
              </a:spcBef>
              <a:spcAft>
                <a:spcPts val="0"/>
              </a:spcAft>
              <a:buSzPts val="2240"/>
              <a:buChar char="■"/>
            </a:pPr>
            <a:r>
              <a:rPr lang="en-US"/>
              <a:t>Một số mẫu thông dung.</a:t>
            </a:r>
            <a:endParaRPr/>
          </a:p>
        </p:txBody>
      </p:sp>
      <p:sp>
        <p:nvSpPr>
          <p:cNvPr id="79" name="Google Shape;79;p2"/>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80" name="Google Shape;80;p2"/>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3"/>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Nội dung</a:t>
            </a:r>
            <a:endParaRPr/>
          </a:p>
        </p:txBody>
      </p:sp>
      <p:sp>
        <p:nvSpPr>
          <p:cNvPr id="87" name="Google Shape;87;p3"/>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b="1" lang="en-US">
                <a:solidFill>
                  <a:srgbClr val="FFC000"/>
                </a:solidFill>
              </a:rPr>
              <a:t>Giới thiệu mẫu thiết kế.</a:t>
            </a:r>
            <a:endParaRPr/>
          </a:p>
          <a:p>
            <a:pPr indent="-342900" lvl="0" marL="342900" rtl="0" algn="l">
              <a:spcBef>
                <a:spcPts val="640"/>
              </a:spcBef>
              <a:spcAft>
                <a:spcPts val="0"/>
              </a:spcAft>
              <a:buSzPts val="2240"/>
              <a:buChar char="■"/>
            </a:pPr>
            <a:r>
              <a:rPr lang="en-US"/>
              <a:t>Một số mẫu thông dụng.</a:t>
            </a:r>
            <a:endParaRPr/>
          </a:p>
        </p:txBody>
      </p:sp>
      <p:sp>
        <p:nvSpPr>
          <p:cNvPr id="88" name="Google Shape;88;p3"/>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89" name="Google Shape;89;p3"/>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3" name="Shape 93"/>
        <p:cNvGrpSpPr/>
        <p:nvPr/>
      </p:nvGrpSpPr>
      <p:grpSpPr>
        <a:xfrm>
          <a:off x="0" y="0"/>
          <a:ext cx="0" cy="0"/>
          <a:chOff x="0" y="0"/>
          <a:chExt cx="0" cy="0"/>
        </a:xfrm>
      </p:grpSpPr>
      <p:sp>
        <p:nvSpPr>
          <p:cNvPr id="94" name="Google Shape;94;p4"/>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Giới thiệu mẫu thiết kế</a:t>
            </a:r>
            <a:endParaRPr/>
          </a:p>
        </p:txBody>
      </p:sp>
      <p:sp>
        <p:nvSpPr>
          <p:cNvPr id="95" name="Google Shape;95;p4"/>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Thế nào là chương trình hướng đối tượng?</a:t>
            </a:r>
            <a:endParaRPr/>
          </a:p>
          <a:p>
            <a:pPr indent="-228600" lvl="2" marL="1143000" rtl="0" algn="l">
              <a:spcBef>
                <a:spcPts val="480"/>
              </a:spcBef>
              <a:spcAft>
                <a:spcPts val="0"/>
              </a:spcAft>
              <a:buSzPts val="1680"/>
              <a:buChar char="■"/>
            </a:pPr>
            <a:r>
              <a:rPr lang="en-US"/>
              <a:t>Có khai báo lớp và sử dụng đối tượng?</a:t>
            </a:r>
            <a:endParaRPr/>
          </a:p>
          <a:p>
            <a:pPr indent="-228600" lvl="2" marL="1143000" rtl="0" algn="l">
              <a:spcBef>
                <a:spcPts val="480"/>
              </a:spcBef>
              <a:spcAft>
                <a:spcPts val="0"/>
              </a:spcAft>
              <a:buSzPts val="1680"/>
              <a:buNone/>
            </a:pPr>
            <a:r>
              <a:rPr lang="en-US"/>
              <a:t>	🡺 Chưa đủ!!</a:t>
            </a:r>
            <a:endParaRPr/>
          </a:p>
          <a:p>
            <a:pPr indent="-228600" lvl="2" marL="1143000" rtl="0" algn="l">
              <a:spcBef>
                <a:spcPts val="480"/>
              </a:spcBef>
              <a:spcAft>
                <a:spcPts val="0"/>
              </a:spcAft>
              <a:buSzPts val="1680"/>
              <a:buChar char="■"/>
            </a:pPr>
            <a:r>
              <a:rPr lang="en-US"/>
              <a:t>Cần tuân thủ ba tính chất hướng đối tượng!!</a:t>
            </a:r>
            <a:endParaRPr/>
          </a:p>
          <a:p>
            <a:pPr indent="-228600" lvl="3" marL="1600200" rtl="0" algn="l">
              <a:spcBef>
                <a:spcPts val="400"/>
              </a:spcBef>
              <a:spcAft>
                <a:spcPts val="0"/>
              </a:spcAft>
              <a:buSzPts val="1400"/>
              <a:buChar char="⮚"/>
            </a:pPr>
            <a:r>
              <a:rPr lang="en-US"/>
              <a:t>Tính đóng gói (encapsulation)</a:t>
            </a:r>
            <a:endParaRPr/>
          </a:p>
          <a:p>
            <a:pPr indent="-228600" lvl="3" marL="1600200" rtl="0" algn="l">
              <a:spcBef>
                <a:spcPts val="400"/>
              </a:spcBef>
              <a:spcAft>
                <a:spcPts val="0"/>
              </a:spcAft>
              <a:buSzPts val="1400"/>
              <a:buNone/>
            </a:pPr>
            <a:r>
              <a:rPr lang="en-US"/>
              <a:t>	🡺 Quy tắc hộp đen.</a:t>
            </a:r>
            <a:endParaRPr/>
          </a:p>
          <a:p>
            <a:pPr indent="-228600" lvl="3" marL="1600200" rtl="0" algn="l">
              <a:spcBef>
                <a:spcPts val="400"/>
              </a:spcBef>
              <a:spcAft>
                <a:spcPts val="0"/>
              </a:spcAft>
              <a:buSzPts val="1400"/>
              <a:buChar char="⮚"/>
            </a:pPr>
            <a:r>
              <a:rPr lang="en-US"/>
              <a:t>Tính kế thừa (inheritance)</a:t>
            </a:r>
            <a:endParaRPr/>
          </a:p>
          <a:p>
            <a:pPr indent="-228600" lvl="3" marL="1600200" rtl="0" algn="l">
              <a:spcBef>
                <a:spcPts val="400"/>
              </a:spcBef>
              <a:spcAft>
                <a:spcPts val="0"/>
              </a:spcAft>
              <a:buSzPts val="1400"/>
              <a:buNone/>
            </a:pPr>
            <a:r>
              <a:rPr lang="en-US"/>
              <a:t>	🡺 Tái sử dụng.</a:t>
            </a:r>
            <a:endParaRPr/>
          </a:p>
          <a:p>
            <a:pPr indent="-228600" lvl="3" marL="1600200" rtl="0" algn="l">
              <a:spcBef>
                <a:spcPts val="400"/>
              </a:spcBef>
              <a:spcAft>
                <a:spcPts val="0"/>
              </a:spcAft>
              <a:buSzPts val="1400"/>
              <a:buChar char="⮚"/>
            </a:pPr>
            <a:r>
              <a:rPr lang="en-US"/>
              <a:t>Tính đa hình.</a:t>
            </a:r>
            <a:endParaRPr/>
          </a:p>
          <a:p>
            <a:pPr indent="-228600" lvl="3" marL="1600200" rtl="0" algn="l">
              <a:spcBef>
                <a:spcPts val="400"/>
              </a:spcBef>
              <a:spcAft>
                <a:spcPts val="0"/>
              </a:spcAft>
              <a:buSzPts val="1400"/>
              <a:buNone/>
            </a:pPr>
            <a:r>
              <a:rPr lang="en-US"/>
              <a:t>	🡺 Hàm ảo + liên kết động.</a:t>
            </a:r>
            <a:endParaRPr/>
          </a:p>
          <a:p>
            <a:pPr indent="-200660" lvl="0" marL="342900" rtl="0" algn="l">
              <a:spcBef>
                <a:spcPts val="640"/>
              </a:spcBef>
              <a:spcAft>
                <a:spcPts val="0"/>
              </a:spcAft>
              <a:buSzPts val="2240"/>
              <a:buNone/>
            </a:pPr>
            <a:r>
              <a:t/>
            </a:r>
            <a:endParaRPr/>
          </a:p>
        </p:txBody>
      </p:sp>
      <p:sp>
        <p:nvSpPr>
          <p:cNvPr id="96" name="Google Shape;96;p4"/>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97" name="Google Shape;97;p4"/>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pic>
        <p:nvPicPr>
          <p:cNvPr descr="thinking" id="98" name="Google Shape;98;p4"/>
          <p:cNvPicPr preferRelativeResize="0"/>
          <p:nvPr/>
        </p:nvPicPr>
        <p:blipFill rotWithShape="1">
          <a:blip r:embed="rId3">
            <a:alphaModFix/>
          </a:blip>
          <a:srcRect b="0" l="0" r="0" t="0"/>
          <a:stretch/>
        </p:blipFill>
        <p:spPr>
          <a:xfrm>
            <a:off x="7029450" y="4038600"/>
            <a:ext cx="1428750" cy="1762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sp>
        <p:nvSpPr>
          <p:cNvPr id="103" name="Google Shape;103;p5"/>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Giới thiệu mẫu thiết kế</a:t>
            </a:r>
            <a:endParaRPr/>
          </a:p>
        </p:txBody>
      </p:sp>
      <p:sp>
        <p:nvSpPr>
          <p:cNvPr id="104" name="Google Shape;104;p5"/>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Mục đích của hướng đối tượng?</a:t>
            </a:r>
            <a:endParaRPr/>
          </a:p>
          <a:p>
            <a:pPr indent="-228600" lvl="2" marL="1143000" rtl="0" algn="l">
              <a:spcBef>
                <a:spcPts val="480"/>
              </a:spcBef>
              <a:spcAft>
                <a:spcPts val="0"/>
              </a:spcAft>
              <a:buSzPts val="1680"/>
              <a:buChar char="■"/>
            </a:pPr>
            <a:r>
              <a:rPr lang="en-US"/>
              <a:t>Giảm gắn kết mã nguồn (spaghetti code).</a:t>
            </a:r>
            <a:endParaRPr/>
          </a:p>
          <a:p>
            <a:pPr indent="-228600" lvl="2" marL="1143000" rtl="0" algn="l">
              <a:spcBef>
                <a:spcPts val="480"/>
              </a:spcBef>
              <a:spcAft>
                <a:spcPts val="0"/>
              </a:spcAft>
              <a:buSzPts val="1680"/>
              <a:buChar char="■"/>
            </a:pPr>
            <a:r>
              <a:rPr lang="en-US"/>
              <a:t>Giảm chi phí xây mới.</a:t>
            </a:r>
            <a:endParaRPr/>
          </a:p>
          <a:p>
            <a:pPr indent="-228600" lvl="2" marL="1143000" rtl="0" algn="l">
              <a:spcBef>
                <a:spcPts val="480"/>
              </a:spcBef>
              <a:spcAft>
                <a:spcPts val="0"/>
              </a:spcAft>
              <a:buSzPts val="1680"/>
              <a:buChar char="■"/>
            </a:pPr>
            <a:r>
              <a:rPr lang="en-US"/>
              <a:t>Giảm phụ thuộc vào cài đặt cụ thể.</a:t>
            </a:r>
            <a:endParaRPr/>
          </a:p>
          <a:p>
            <a:pPr indent="-228600" lvl="2" marL="1143000" rtl="0" algn="l">
              <a:spcBef>
                <a:spcPts val="480"/>
              </a:spcBef>
              <a:spcAft>
                <a:spcPts val="0"/>
              </a:spcAft>
              <a:buSzPts val="1680"/>
              <a:buNone/>
            </a:pPr>
            <a:r>
              <a:rPr lang="en-US"/>
              <a:t>🡺 Ứng phó thay đổi, dễ bảo trì, nâng cấp.</a:t>
            </a:r>
            <a:endParaRPr/>
          </a:p>
          <a:p>
            <a:pPr indent="-200660" lvl="0" marL="342900" rtl="0" algn="l">
              <a:spcBef>
                <a:spcPts val="640"/>
              </a:spcBef>
              <a:spcAft>
                <a:spcPts val="0"/>
              </a:spcAft>
              <a:buSzPts val="2240"/>
              <a:buNone/>
            </a:pPr>
            <a:r>
              <a:t/>
            </a:r>
            <a:endParaRPr/>
          </a:p>
        </p:txBody>
      </p:sp>
      <p:sp>
        <p:nvSpPr>
          <p:cNvPr id="105" name="Google Shape;105;p5"/>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06" name="Google Shape;106;p5"/>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pic>
        <p:nvPicPr>
          <p:cNvPr descr="http://t0.gstatic.com/images?q=tbn:ANd9GcR_wwzR6idpRutgiD-oVB09p5P9SIQ0ECoQ0c5obhkKwaHvS6RG" id="107" name="Google Shape;107;p5"/>
          <p:cNvPicPr preferRelativeResize="0"/>
          <p:nvPr/>
        </p:nvPicPr>
        <p:blipFill rotWithShape="1">
          <a:blip r:embed="rId3">
            <a:alphaModFix/>
          </a:blip>
          <a:srcRect b="0" l="0" r="0" t="0"/>
          <a:stretch/>
        </p:blipFill>
        <p:spPr>
          <a:xfrm>
            <a:off x="6019801" y="3926801"/>
            <a:ext cx="2590800" cy="194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1" name="Shape 111"/>
        <p:cNvGrpSpPr/>
        <p:nvPr/>
      </p:nvGrpSpPr>
      <p:grpSpPr>
        <a:xfrm>
          <a:off x="0" y="0"/>
          <a:ext cx="0" cy="0"/>
          <a:chOff x="0" y="0"/>
          <a:chExt cx="0" cy="0"/>
        </a:xfrm>
      </p:grpSpPr>
      <p:sp>
        <p:nvSpPr>
          <p:cNvPr id="112" name="Google Shape;112;p6"/>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Giới thiệu mẫu thiết kế</a:t>
            </a:r>
            <a:endParaRPr/>
          </a:p>
        </p:txBody>
      </p:sp>
      <p:sp>
        <p:nvSpPr>
          <p:cNvPr id="113" name="Google Shape;113;p6"/>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Khái niệm mẫu thiết kế:</a:t>
            </a:r>
            <a:endParaRPr/>
          </a:p>
          <a:p>
            <a:pPr indent="-228600" lvl="2" marL="1143000" rtl="0" algn="l">
              <a:spcBef>
                <a:spcPts val="480"/>
              </a:spcBef>
              <a:spcAft>
                <a:spcPts val="0"/>
              </a:spcAft>
              <a:buSzPts val="1680"/>
              <a:buChar char="■"/>
            </a:pPr>
            <a:r>
              <a:rPr lang="en-US"/>
              <a:t>Các tính chất hướng đối tượng mơ hồ, khó hiểu.</a:t>
            </a:r>
            <a:endParaRPr/>
          </a:p>
          <a:p>
            <a:pPr indent="-228600" lvl="2" marL="1143000" rtl="0" algn="l">
              <a:spcBef>
                <a:spcPts val="480"/>
              </a:spcBef>
              <a:spcAft>
                <a:spcPts val="0"/>
              </a:spcAft>
              <a:buSzPts val="1680"/>
              <a:buNone/>
            </a:pPr>
            <a:r>
              <a:rPr lang="en-US"/>
              <a:t>	🡺 Cần có những bài giải mẫu.</a:t>
            </a:r>
            <a:endParaRPr/>
          </a:p>
          <a:p>
            <a:pPr indent="-228600" lvl="2" marL="1143000" rtl="0" algn="l">
              <a:spcBef>
                <a:spcPts val="480"/>
              </a:spcBef>
              <a:spcAft>
                <a:spcPts val="0"/>
              </a:spcAft>
              <a:buSzPts val="1680"/>
              <a:buChar char="■"/>
            </a:pPr>
            <a:r>
              <a:rPr lang="en-US"/>
              <a:t>Mẫu thiết kế Gang of Four:</a:t>
            </a:r>
            <a:endParaRPr/>
          </a:p>
          <a:p>
            <a:pPr indent="-228600" lvl="3" marL="1600200" rtl="0" algn="l">
              <a:spcBef>
                <a:spcPts val="400"/>
              </a:spcBef>
              <a:spcAft>
                <a:spcPts val="0"/>
              </a:spcAft>
              <a:buSzPts val="1400"/>
              <a:buChar char="⮚"/>
            </a:pPr>
            <a:r>
              <a:rPr lang="en-US"/>
              <a:t>Ra đời tại OOPSLA 1994.</a:t>
            </a:r>
            <a:endParaRPr/>
          </a:p>
          <a:p>
            <a:pPr indent="-228600" lvl="3" marL="1600200" rtl="0" algn="l">
              <a:spcBef>
                <a:spcPts val="400"/>
              </a:spcBef>
              <a:spcAft>
                <a:spcPts val="0"/>
              </a:spcAft>
              <a:buSzPts val="1400"/>
              <a:buChar char="⮚"/>
            </a:pPr>
            <a:r>
              <a:rPr lang="en-US"/>
              <a:t>23 bài giải mẫu cho những vấn đề thiết kế thường gặp.</a:t>
            </a:r>
            <a:endParaRPr/>
          </a:p>
          <a:p>
            <a:pPr indent="-200660" lvl="0" marL="342900" rtl="0" algn="l">
              <a:spcBef>
                <a:spcPts val="640"/>
              </a:spcBef>
              <a:spcAft>
                <a:spcPts val="0"/>
              </a:spcAft>
              <a:buSzPts val="2240"/>
              <a:buNone/>
            </a:pPr>
            <a:r>
              <a:t/>
            </a:r>
            <a:endParaRPr/>
          </a:p>
        </p:txBody>
      </p:sp>
      <p:sp>
        <p:nvSpPr>
          <p:cNvPr id="114" name="Google Shape;114;p6"/>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15" name="Google Shape;115;p6"/>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pic>
        <p:nvPicPr>
          <p:cNvPr descr="Design Patterns cover.jpg" id="116" name="Google Shape;116;p6"/>
          <p:cNvPicPr preferRelativeResize="0"/>
          <p:nvPr/>
        </p:nvPicPr>
        <p:blipFill rotWithShape="1">
          <a:blip r:embed="rId3">
            <a:alphaModFix/>
          </a:blip>
          <a:srcRect b="0" l="0" r="0" t="0"/>
          <a:stretch/>
        </p:blipFill>
        <p:spPr>
          <a:xfrm>
            <a:off x="3810000" y="4000500"/>
            <a:ext cx="1676400" cy="2095500"/>
          </a:xfrm>
          <a:prstGeom prst="rect">
            <a:avLst/>
          </a:prstGeom>
          <a:noFill/>
          <a:ln>
            <a:noFill/>
          </a:ln>
        </p:spPr>
      </p:pic>
      <p:pic>
        <p:nvPicPr>
          <p:cNvPr descr="http://farm4.static.flickr.com/3417/3588350484_0fbaa171f8.jpg" id="117" name="Google Shape;117;p6"/>
          <p:cNvPicPr preferRelativeResize="0"/>
          <p:nvPr/>
        </p:nvPicPr>
        <p:blipFill rotWithShape="1">
          <a:blip r:embed="rId4">
            <a:alphaModFix/>
          </a:blip>
          <a:srcRect b="0" l="0" r="0" t="0"/>
          <a:stretch/>
        </p:blipFill>
        <p:spPr>
          <a:xfrm>
            <a:off x="5753100" y="4029075"/>
            <a:ext cx="2781300" cy="2066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par>
                                <p:cTn fill="hold" nodeType="with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2" name="Shape 122"/>
        <p:cNvGrpSpPr/>
        <p:nvPr/>
      </p:nvGrpSpPr>
      <p:grpSpPr>
        <a:xfrm>
          <a:off x="0" y="0"/>
          <a:ext cx="0" cy="0"/>
          <a:chOff x="0" y="0"/>
          <a:chExt cx="0" cy="0"/>
        </a:xfrm>
      </p:grpSpPr>
      <p:sp>
        <p:nvSpPr>
          <p:cNvPr id="123" name="Google Shape;123;p7"/>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Nội dung</a:t>
            </a:r>
            <a:endParaRPr/>
          </a:p>
        </p:txBody>
      </p:sp>
      <p:sp>
        <p:nvSpPr>
          <p:cNvPr id="124" name="Google Shape;124;p7"/>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Giới thiệu mẫu thiết kế.</a:t>
            </a:r>
            <a:endParaRPr/>
          </a:p>
          <a:p>
            <a:pPr indent="-342900" lvl="0" marL="342900" rtl="0" algn="l">
              <a:spcBef>
                <a:spcPts val="640"/>
              </a:spcBef>
              <a:spcAft>
                <a:spcPts val="0"/>
              </a:spcAft>
              <a:buSzPts val="2240"/>
              <a:buChar char="■"/>
            </a:pPr>
            <a:r>
              <a:rPr b="1" lang="en-US">
                <a:solidFill>
                  <a:srgbClr val="FFC000"/>
                </a:solidFill>
              </a:rPr>
              <a:t>Một số mẫu thông dụng.</a:t>
            </a:r>
            <a:endParaRPr b="1">
              <a:solidFill>
                <a:srgbClr val="FFC000"/>
              </a:solidFill>
            </a:endParaRPr>
          </a:p>
        </p:txBody>
      </p:sp>
      <p:sp>
        <p:nvSpPr>
          <p:cNvPr id="125" name="Google Shape;125;p7"/>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26" name="Google Shape;126;p7"/>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sp>
        <p:nvSpPr>
          <p:cNvPr id="131" name="Google Shape;131;p8"/>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Một số mẫu thông dụng</a:t>
            </a:r>
            <a:endParaRPr/>
          </a:p>
        </p:txBody>
      </p:sp>
      <p:sp>
        <p:nvSpPr>
          <p:cNvPr id="132" name="Google Shape;132;p8"/>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Vấn đề 1:</a:t>
            </a:r>
            <a:endParaRPr/>
          </a:p>
          <a:p>
            <a:pPr indent="-342900" lvl="0" marL="342900" rtl="0" algn="l">
              <a:spcBef>
                <a:spcPts val="400"/>
              </a:spcBef>
              <a:spcAft>
                <a:spcPts val="0"/>
              </a:spcAft>
              <a:buSzPts val="1400"/>
              <a:buNone/>
            </a:pPr>
            <a:r>
              <a:rPr lang="en-US" sz="2000"/>
              <a:t>	Một nhà hàng nhỏ thuê duy nhất </a:t>
            </a:r>
            <a:r>
              <a:rPr b="1" lang="en-US" sz="2000"/>
              <a:t>MỘT</a:t>
            </a:r>
            <a:r>
              <a:rPr lang="en-US" sz="2000"/>
              <a:t> nhân viên phục vu bàn. Tại một thời điểm, nhân viên chỉ có thể phục vụ tối đa 5 bàn. Nhân viên được tiền thưởng 5% trên mỗi hóa đơn tính tiền.</a:t>
            </a:r>
            <a:endParaRPr/>
          </a:p>
          <a:p>
            <a:pPr indent="-342900" lvl="0" marL="342900" rtl="0" algn="l">
              <a:spcBef>
                <a:spcPts val="400"/>
              </a:spcBef>
              <a:spcAft>
                <a:spcPts val="0"/>
              </a:spcAft>
              <a:buSzPts val="1400"/>
              <a:buNone/>
            </a:pPr>
            <a:r>
              <a:rPr lang="en-US" sz="2000"/>
              <a:t>	Hãy xây dựng lớp </a:t>
            </a:r>
            <a:r>
              <a:rPr b="1" lang="en-US" sz="2000">
                <a:solidFill>
                  <a:srgbClr val="FFC000"/>
                </a:solidFill>
              </a:rPr>
              <a:t>NhanVienPhucVu</a:t>
            </a:r>
            <a:r>
              <a:rPr lang="en-US" sz="2000"/>
              <a:t> đảm bảo điều kiện phục vụ và tính số tiền thưởng mà nhân viên nhận được đến thời điểm hiện tại.</a:t>
            </a:r>
            <a:endParaRPr/>
          </a:p>
          <a:p>
            <a:pPr indent="-342900" lvl="0" marL="342900" rtl="0" algn="l">
              <a:spcBef>
                <a:spcPts val="400"/>
              </a:spcBef>
              <a:spcAft>
                <a:spcPts val="0"/>
              </a:spcAft>
              <a:buSzPts val="1400"/>
              <a:buNone/>
            </a:pPr>
            <a:r>
              <a:rPr lang="en-US" sz="2000"/>
              <a:t>	</a:t>
            </a:r>
            <a:r>
              <a:rPr lang="en-US" sz="1800"/>
              <a:t>class </a:t>
            </a:r>
            <a:r>
              <a:rPr b="1" lang="en-US" sz="1800">
                <a:solidFill>
                  <a:srgbClr val="FFC000"/>
                </a:solidFill>
              </a:rPr>
              <a:t>NhanVienPhucVu</a:t>
            </a:r>
            <a:br>
              <a:rPr b="1" lang="en-US" sz="1800">
                <a:solidFill>
                  <a:srgbClr val="FFC000"/>
                </a:solidFill>
              </a:rPr>
            </a:br>
            <a:r>
              <a:rPr lang="en-US" sz="1800"/>
              <a:t>{</a:t>
            </a:r>
            <a:br>
              <a:rPr lang="en-US" sz="1800"/>
            </a:br>
            <a:r>
              <a:rPr lang="en-US" sz="1800"/>
              <a:t>private:</a:t>
            </a:r>
            <a:br>
              <a:rPr lang="en-US" sz="1800"/>
            </a:br>
            <a:r>
              <a:rPr lang="en-US" sz="1800"/>
              <a:t>	int soBan;	// Số bàn đang phục vụ.</a:t>
            </a:r>
            <a:br>
              <a:rPr lang="en-US" sz="1800"/>
            </a:br>
            <a:r>
              <a:rPr lang="en-US" sz="1800"/>
              <a:t>	float tongTien;	// Tổng số tiền tính được.</a:t>
            </a:r>
            <a:br>
              <a:rPr lang="en-US" sz="1800"/>
            </a:br>
            <a:r>
              <a:rPr lang="en-US" sz="1800"/>
              <a:t>public:</a:t>
            </a:r>
            <a:br>
              <a:rPr lang="en-US" sz="1800"/>
            </a:br>
            <a:r>
              <a:rPr b="1" lang="en-US" sz="1800">
                <a:solidFill>
                  <a:srgbClr val="FFC000"/>
                </a:solidFill>
              </a:rPr>
              <a:t>	void donKhach();</a:t>
            </a:r>
            <a:br>
              <a:rPr b="1" lang="en-US" sz="1800">
                <a:solidFill>
                  <a:srgbClr val="FFC000"/>
                </a:solidFill>
              </a:rPr>
            </a:br>
            <a:r>
              <a:rPr b="1" lang="en-US" sz="1800">
                <a:solidFill>
                  <a:srgbClr val="FFC000"/>
                </a:solidFill>
              </a:rPr>
              <a:t>	void tinhTienKhach(float soTien);</a:t>
            </a:r>
            <a:br>
              <a:rPr b="1" lang="en-US" sz="1800">
                <a:solidFill>
                  <a:srgbClr val="FFC000"/>
                </a:solidFill>
              </a:rPr>
            </a:br>
            <a:r>
              <a:rPr b="1" lang="en-US" sz="1800">
                <a:solidFill>
                  <a:srgbClr val="FFC000"/>
                </a:solidFill>
              </a:rPr>
              <a:t>	float tinhTienThuong();</a:t>
            </a:r>
            <a:br>
              <a:rPr lang="en-US" sz="1800"/>
            </a:br>
            <a:r>
              <a:rPr lang="en-US" sz="1800"/>
              <a:t>};</a:t>
            </a:r>
            <a:endParaRPr/>
          </a:p>
        </p:txBody>
      </p:sp>
      <p:sp>
        <p:nvSpPr>
          <p:cNvPr id="133" name="Google Shape;133;p8"/>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34" name="Google Shape;134;p8"/>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8" name="Shape 138"/>
        <p:cNvGrpSpPr/>
        <p:nvPr/>
      </p:nvGrpSpPr>
      <p:grpSpPr>
        <a:xfrm>
          <a:off x="0" y="0"/>
          <a:ext cx="0" cy="0"/>
          <a:chOff x="0" y="0"/>
          <a:chExt cx="0" cy="0"/>
        </a:xfrm>
      </p:grpSpPr>
      <p:sp>
        <p:nvSpPr>
          <p:cNvPr id="139" name="Google Shape;139;p9"/>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Một số mẫu thông dụng</a:t>
            </a:r>
            <a:endParaRPr/>
          </a:p>
        </p:txBody>
      </p:sp>
      <p:sp>
        <p:nvSpPr>
          <p:cNvPr id="140" name="Google Shape;140;p9"/>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Mẫu Singleton:</a:t>
            </a:r>
            <a:endParaRPr/>
          </a:p>
          <a:p>
            <a:pPr indent="-228600" lvl="2" marL="1143000" rtl="0" algn="l">
              <a:spcBef>
                <a:spcPts val="480"/>
              </a:spcBef>
              <a:spcAft>
                <a:spcPts val="0"/>
              </a:spcAft>
              <a:buSzPts val="1680"/>
              <a:buChar char="■"/>
            </a:pPr>
            <a:r>
              <a:rPr lang="en-US"/>
              <a:t>Giúp giới hạn số lượng đối tượng được tạo.</a:t>
            </a:r>
            <a:endParaRPr/>
          </a:p>
          <a:p>
            <a:pPr indent="-228600" lvl="3" marL="1600200" rtl="0" algn="l">
              <a:spcBef>
                <a:spcPts val="400"/>
              </a:spcBef>
              <a:spcAft>
                <a:spcPts val="0"/>
              </a:spcAft>
              <a:buSzPts val="1400"/>
              <a:buChar char="⮚"/>
            </a:pPr>
            <a:r>
              <a:rPr lang="en-US"/>
              <a:t>Đối tượng dùng chung.</a:t>
            </a:r>
            <a:endParaRPr/>
          </a:p>
          <a:p>
            <a:pPr indent="-228600" lvl="3" marL="1600200" rtl="0" algn="l">
              <a:spcBef>
                <a:spcPts val="400"/>
              </a:spcBef>
              <a:spcAft>
                <a:spcPts val="0"/>
              </a:spcAft>
              <a:buSzPts val="1400"/>
              <a:buChar char="⮚"/>
            </a:pPr>
            <a:r>
              <a:rPr lang="en-US"/>
              <a:t>Connection Pool.</a:t>
            </a:r>
            <a:endParaRPr/>
          </a:p>
          <a:p>
            <a:pPr indent="-228600" lvl="3" marL="1600200" rtl="0" algn="l">
              <a:spcBef>
                <a:spcPts val="400"/>
              </a:spcBef>
              <a:spcAft>
                <a:spcPts val="0"/>
              </a:spcAft>
              <a:buSzPts val="1400"/>
              <a:buChar char="⮚"/>
            </a:pPr>
            <a:r>
              <a:rPr lang="en-US"/>
              <a:t>Application Object.</a:t>
            </a:r>
            <a:endParaRPr/>
          </a:p>
        </p:txBody>
      </p:sp>
      <p:sp>
        <p:nvSpPr>
          <p:cNvPr id="141" name="Google Shape;141;p9"/>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42" name="Google Shape;142;p9"/>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pic>
        <p:nvPicPr>
          <p:cNvPr id="143" name="Google Shape;143;p9"/>
          <p:cNvPicPr preferRelativeResize="0"/>
          <p:nvPr/>
        </p:nvPicPr>
        <p:blipFill rotWithShape="1">
          <a:blip r:embed="rId3">
            <a:alphaModFix/>
          </a:blip>
          <a:srcRect b="0" l="0" r="0" t="0"/>
          <a:stretch/>
        </p:blipFill>
        <p:spPr>
          <a:xfrm>
            <a:off x="4572000" y="3505200"/>
            <a:ext cx="3962401" cy="2438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Một số mẫu thông dụng</a:t>
            </a:r>
            <a:endParaRPr/>
          </a:p>
        </p:txBody>
      </p:sp>
      <p:sp>
        <p:nvSpPr>
          <p:cNvPr id="149" name="Google Shape;149;p10"/>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Vấn đề 2:</a:t>
            </a:r>
            <a:endParaRPr/>
          </a:p>
          <a:p>
            <a:pPr indent="-342900" lvl="0" marL="342900" rtl="0" algn="l">
              <a:spcBef>
                <a:spcPts val="400"/>
              </a:spcBef>
              <a:spcAft>
                <a:spcPts val="0"/>
              </a:spcAft>
              <a:buSzPts val="1400"/>
              <a:buNone/>
            </a:pPr>
            <a:r>
              <a:rPr lang="en-US" sz="2000"/>
              <a:t>	Có 2 loại mạch điện:</a:t>
            </a:r>
            <a:endParaRPr/>
          </a:p>
          <a:p>
            <a:pPr indent="-342900" lvl="0" marL="342900" rtl="0" algn="l">
              <a:spcBef>
                <a:spcPts val="400"/>
              </a:spcBef>
              <a:spcAft>
                <a:spcPts val="0"/>
              </a:spcAft>
              <a:buSzPts val="1400"/>
              <a:buNone/>
            </a:pPr>
            <a:r>
              <a:rPr lang="en-US" sz="2000"/>
              <a:t>		- Cuộn dây: mạch đơn, có tiết diện S và chiều dài L.</a:t>
            </a:r>
            <a:endParaRPr/>
          </a:p>
          <a:p>
            <a:pPr indent="-342900" lvl="0" marL="342900" rtl="0" algn="l">
              <a:spcBef>
                <a:spcPts val="400"/>
              </a:spcBef>
              <a:spcAft>
                <a:spcPts val="0"/>
              </a:spcAft>
              <a:buSzPts val="1400"/>
              <a:buNone/>
            </a:pPr>
            <a:r>
              <a:rPr lang="en-US" sz="2000"/>
              <a:t>			R = 0.5 * L / S.</a:t>
            </a:r>
            <a:endParaRPr/>
          </a:p>
          <a:p>
            <a:pPr indent="-342900" lvl="0" marL="342900" rtl="0" algn="l">
              <a:spcBef>
                <a:spcPts val="400"/>
              </a:spcBef>
              <a:spcAft>
                <a:spcPts val="0"/>
              </a:spcAft>
              <a:buSzPts val="1400"/>
              <a:buNone/>
            </a:pPr>
            <a:r>
              <a:rPr lang="en-US" sz="2000"/>
              <a:t>		- Mạch nối tiếp: mạch phức, có mạch con mắc nối tiếp bên trong.</a:t>
            </a:r>
            <a:endParaRPr/>
          </a:p>
          <a:p>
            <a:pPr indent="-342900" lvl="0" marL="342900" rtl="0" algn="l">
              <a:spcBef>
                <a:spcPts val="400"/>
              </a:spcBef>
              <a:spcAft>
                <a:spcPts val="0"/>
              </a:spcAft>
              <a:buSzPts val="1400"/>
              <a:buNone/>
            </a:pPr>
            <a:r>
              <a:rPr lang="en-US" sz="2000"/>
              <a:t>			R = R</a:t>
            </a:r>
            <a:r>
              <a:rPr baseline="-25000" lang="en-US" sz="2000"/>
              <a:t>1</a:t>
            </a:r>
            <a:r>
              <a:rPr lang="en-US" sz="2000"/>
              <a:t> + R</a:t>
            </a:r>
            <a:r>
              <a:rPr baseline="-25000" lang="en-US" sz="2000"/>
              <a:t>2</a:t>
            </a:r>
            <a:r>
              <a:rPr lang="en-US" sz="2000"/>
              <a:t> + … + R</a:t>
            </a:r>
            <a:r>
              <a:rPr baseline="-25000" lang="en-US" sz="2000"/>
              <a:t>N</a:t>
            </a:r>
            <a:r>
              <a:rPr lang="en-US" sz="2000"/>
              <a:t>.</a:t>
            </a:r>
            <a:endParaRPr/>
          </a:p>
          <a:p>
            <a:pPr indent="-342900" lvl="0" marL="342900" rtl="0" algn="l">
              <a:spcBef>
                <a:spcPts val="400"/>
              </a:spcBef>
              <a:spcAft>
                <a:spcPts val="0"/>
              </a:spcAft>
              <a:buSzPts val="1400"/>
              <a:buNone/>
            </a:pPr>
            <a:r>
              <a:rPr lang="en-US" sz="2000"/>
              <a:t>	Xây dựng chương trình tính điện trở của một mạch điện.</a:t>
            </a:r>
            <a:endParaRPr/>
          </a:p>
          <a:p>
            <a:pPr indent="-342900" lvl="0" marL="342900" rtl="0" algn="l">
              <a:spcBef>
                <a:spcPts val="360"/>
              </a:spcBef>
              <a:spcAft>
                <a:spcPts val="0"/>
              </a:spcAft>
              <a:buSzPts val="1260"/>
              <a:buNone/>
            </a:pPr>
            <a:r>
              <a:rPr lang="en-US" sz="1800"/>
              <a:t>	class </a:t>
            </a:r>
            <a:r>
              <a:rPr b="1" lang="en-US" sz="1800">
                <a:solidFill>
                  <a:srgbClr val="FFC000"/>
                </a:solidFill>
              </a:rPr>
              <a:t>CuonDay</a:t>
            </a:r>
            <a:br>
              <a:rPr lang="en-US" sz="1800"/>
            </a:br>
            <a:r>
              <a:rPr lang="en-US" sz="1800"/>
              <a:t>{</a:t>
            </a:r>
            <a:br>
              <a:rPr lang="en-US" sz="1800"/>
            </a:br>
            <a:r>
              <a:rPr lang="en-US" sz="1800"/>
              <a:t>private:</a:t>
            </a:r>
            <a:br>
              <a:rPr lang="en-US" sz="1800"/>
            </a:br>
            <a:r>
              <a:rPr lang="en-US" sz="1800"/>
              <a:t>	float  m_tietDien;</a:t>
            </a:r>
            <a:br>
              <a:rPr lang="en-US" sz="1800"/>
            </a:br>
            <a:r>
              <a:rPr lang="en-US" sz="1800"/>
              <a:t>	float  m_chieuDai;</a:t>
            </a:r>
            <a:br>
              <a:rPr lang="en-US" sz="1800"/>
            </a:br>
            <a:r>
              <a:rPr lang="en-US" sz="1800"/>
              <a:t>public:</a:t>
            </a:r>
            <a:br>
              <a:rPr lang="en-US" sz="1800"/>
            </a:br>
            <a:r>
              <a:rPr b="1" lang="en-US" sz="1800">
                <a:solidFill>
                  <a:srgbClr val="FFC000"/>
                </a:solidFill>
              </a:rPr>
              <a:t>	CuonDay(float S, float L);</a:t>
            </a:r>
            <a:br>
              <a:rPr lang="en-US" sz="1800"/>
            </a:br>
            <a:r>
              <a:rPr b="1" lang="en-US" sz="1800">
                <a:solidFill>
                  <a:srgbClr val="FFC000"/>
                </a:solidFill>
              </a:rPr>
              <a:t>	float tinhDienTro();</a:t>
            </a:r>
            <a:br>
              <a:rPr lang="en-US" sz="1800"/>
            </a:br>
            <a:r>
              <a:rPr lang="en-US" sz="1800"/>
              <a:t>};</a:t>
            </a:r>
            <a:endParaRPr/>
          </a:p>
        </p:txBody>
      </p:sp>
      <p:sp>
        <p:nvSpPr>
          <p:cNvPr id="150" name="Google Shape;150;p10"/>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51" name="Google Shape;151;p10"/>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
        <p:nvSpPr>
          <p:cNvPr id="152" name="Google Shape;152;p10"/>
          <p:cNvSpPr/>
          <p:nvPr/>
        </p:nvSpPr>
        <p:spPr>
          <a:xfrm>
            <a:off x="4495800" y="3886200"/>
            <a:ext cx="4572000" cy="2286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	class </a:t>
            </a:r>
            <a:r>
              <a:rPr b="1" i="0" lang="en-US" sz="1800" u="none" cap="none" strike="noStrike">
                <a:solidFill>
                  <a:srgbClr val="FFC000"/>
                </a:solidFill>
                <a:latin typeface="Arial"/>
                <a:ea typeface="Arial"/>
                <a:cs typeface="Arial"/>
                <a:sym typeface="Arial"/>
              </a:rPr>
              <a:t>MachNoiTiep</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private:</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	</a:t>
            </a:r>
            <a:r>
              <a:rPr b="1" i="0" lang="en-US" sz="1800" u="none" cap="none" strike="noStrike">
                <a:solidFill>
                  <a:srgbClr val="FFC000"/>
                </a:solidFill>
                <a:latin typeface="Arial"/>
                <a:ea typeface="Arial"/>
                <a:cs typeface="Arial"/>
                <a:sym typeface="Arial"/>
              </a:rPr>
              <a:t>???</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public:</a:t>
            </a:r>
            <a:br>
              <a:rPr b="0" i="0" lang="en-US" sz="1800" u="none" cap="none" strike="noStrike">
                <a:solidFill>
                  <a:schemeClr val="lt1"/>
                </a:solidFill>
                <a:latin typeface="Arial"/>
                <a:ea typeface="Arial"/>
                <a:cs typeface="Arial"/>
                <a:sym typeface="Arial"/>
              </a:rPr>
            </a:br>
            <a:r>
              <a:rPr b="1" i="0" lang="en-US" sz="1800" u="none" cap="none" strike="noStrike">
                <a:solidFill>
                  <a:srgbClr val="FFC000"/>
                </a:solidFill>
                <a:latin typeface="Arial"/>
                <a:ea typeface="Arial"/>
                <a:cs typeface="Arial"/>
                <a:sym typeface="Arial"/>
              </a:rPr>
              <a:t>	float tinhDienTro();</a:t>
            </a:r>
            <a:br>
              <a:rPr b="1" i="0" lang="en-US" sz="1800" u="none" cap="none" strike="noStrike">
                <a:solidFill>
                  <a:srgbClr val="FFC000"/>
                </a:solidFill>
                <a:latin typeface="Arial"/>
                <a:ea typeface="Arial"/>
                <a:cs typeface="Arial"/>
                <a:sym typeface="Arial"/>
              </a:rPr>
            </a:br>
            <a:r>
              <a:rPr b="1" i="0" lang="en-US" sz="1800" u="none" cap="none" strike="noStrike">
                <a:solidFill>
                  <a:srgbClr val="FFC000"/>
                </a:solidFill>
                <a:latin typeface="Arial"/>
                <a:ea typeface="Arial"/>
                <a:cs typeface="Arial"/>
                <a:sym typeface="Arial"/>
              </a:rPr>
              <a:t>	???</a:t>
            </a:r>
            <a:br>
              <a:rPr b="1" i="0" lang="en-US" sz="1800" u="none" cap="none" strike="noStrike">
                <a:solidFill>
                  <a:srgbClr val="FFC000"/>
                </a:solidFill>
                <a:latin typeface="Arial"/>
                <a:ea typeface="Arial"/>
                <a:cs typeface="Arial"/>
                <a:sym typeface="Arial"/>
              </a:rPr>
            </a:br>
            <a:r>
              <a:rPr b="0" i="0" lang="en-US" sz="1800" u="none" cap="none" strike="noStrike">
                <a:solidFill>
                  <a:schemeClr val="lt1"/>
                </a:solidFill>
                <a:latin typeface="Arial"/>
                <a:ea typeface="Arial"/>
                <a:cs typeface="Arial"/>
                <a:sym typeface="Arial"/>
              </a:rPr>
              <a:t>};</a:t>
            </a:r>
            <a:endParaRPr b="0" i="0" sz="18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6" name="Shape 156"/>
        <p:cNvGrpSpPr/>
        <p:nvPr/>
      </p:nvGrpSpPr>
      <p:grpSpPr>
        <a:xfrm>
          <a:off x="0" y="0"/>
          <a:ext cx="0" cy="0"/>
          <a:chOff x="0" y="0"/>
          <a:chExt cx="0" cy="0"/>
        </a:xfrm>
      </p:grpSpPr>
      <p:sp>
        <p:nvSpPr>
          <p:cNvPr id="157" name="Google Shape;157;p11"/>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Một số mẫu thông dụng</a:t>
            </a:r>
            <a:endParaRPr/>
          </a:p>
        </p:txBody>
      </p:sp>
      <p:sp>
        <p:nvSpPr>
          <p:cNvPr id="158" name="Google Shape;158;p11"/>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Mẫu Composite:</a:t>
            </a:r>
            <a:endParaRPr/>
          </a:p>
          <a:p>
            <a:pPr indent="-228600" lvl="2" marL="1143000" rtl="0" algn="l">
              <a:spcBef>
                <a:spcPts val="480"/>
              </a:spcBef>
              <a:spcAft>
                <a:spcPts val="0"/>
              </a:spcAft>
              <a:buSzPts val="1680"/>
              <a:buChar char="■"/>
            </a:pPr>
            <a:r>
              <a:rPr lang="en-US"/>
              <a:t>Giúp tổ chức các đối tượng phức hợp.</a:t>
            </a:r>
            <a:endParaRPr/>
          </a:p>
          <a:p>
            <a:pPr indent="-228600" lvl="3" marL="1600200" rtl="0" algn="l">
              <a:spcBef>
                <a:spcPts val="400"/>
              </a:spcBef>
              <a:spcAft>
                <a:spcPts val="0"/>
              </a:spcAft>
              <a:buSzPts val="1400"/>
              <a:buChar char="⮚"/>
            </a:pPr>
            <a:r>
              <a:rPr lang="en-US"/>
              <a:t>Thư mục-tập tin.</a:t>
            </a:r>
            <a:endParaRPr/>
          </a:p>
          <a:p>
            <a:pPr indent="-228600" lvl="3" marL="1600200" rtl="0" algn="l">
              <a:spcBef>
                <a:spcPts val="400"/>
              </a:spcBef>
              <a:spcAft>
                <a:spcPts val="0"/>
              </a:spcAft>
              <a:buSzPts val="1400"/>
              <a:buChar char="⮚"/>
            </a:pPr>
            <a:r>
              <a:rPr lang="en-US"/>
              <a:t>Chi tiết máy.</a:t>
            </a:r>
            <a:endParaRPr/>
          </a:p>
          <a:p>
            <a:pPr indent="-228600" lvl="3" marL="1600200" rtl="0" algn="l">
              <a:spcBef>
                <a:spcPts val="400"/>
              </a:spcBef>
              <a:spcAft>
                <a:spcPts val="0"/>
              </a:spcAft>
              <a:buSzPts val="1400"/>
              <a:buChar char="⮚"/>
            </a:pPr>
            <a:r>
              <a:rPr lang="en-US"/>
              <a:t>Mạch điện.</a:t>
            </a:r>
            <a:endParaRPr/>
          </a:p>
        </p:txBody>
      </p:sp>
      <p:sp>
        <p:nvSpPr>
          <p:cNvPr id="159" name="Google Shape;159;p11"/>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60" name="Google Shape;160;p11"/>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pic>
        <p:nvPicPr>
          <p:cNvPr descr="http://www.javaworld.com/javaworld/jw-09-2002/images/jw-0913-designpatternsf1.jpg" id="161" name="Google Shape;161;p11"/>
          <p:cNvPicPr preferRelativeResize="0"/>
          <p:nvPr/>
        </p:nvPicPr>
        <p:blipFill rotWithShape="1">
          <a:blip r:embed="rId3">
            <a:alphaModFix/>
          </a:blip>
          <a:srcRect b="0" l="0" r="0" t="0"/>
          <a:stretch/>
        </p:blipFill>
        <p:spPr>
          <a:xfrm>
            <a:off x="127103" y="126300"/>
            <a:ext cx="8718625" cy="612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Một số mẫu thông dụng</a:t>
            </a:r>
            <a:endParaRPr/>
          </a:p>
        </p:txBody>
      </p:sp>
      <p:sp>
        <p:nvSpPr>
          <p:cNvPr id="167" name="Google Shape;167;p12"/>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Vấn đề 3:</a:t>
            </a:r>
            <a:endParaRPr/>
          </a:p>
          <a:p>
            <a:pPr indent="-342900" lvl="0" marL="342900" rtl="0" algn="l">
              <a:spcBef>
                <a:spcPts val="400"/>
              </a:spcBef>
              <a:spcAft>
                <a:spcPts val="0"/>
              </a:spcAft>
              <a:buSzPts val="1400"/>
              <a:buNone/>
            </a:pPr>
            <a:r>
              <a:rPr lang="en-US" sz="2000"/>
              <a:t>	Xét chương trình huấn luyện thú nuôi:</a:t>
            </a:r>
            <a:endParaRPr/>
          </a:p>
          <a:p>
            <a:pPr indent="-342900" lvl="0" marL="342900" rtl="0" algn="l">
              <a:spcBef>
                <a:spcPts val="360"/>
              </a:spcBef>
              <a:spcAft>
                <a:spcPts val="0"/>
              </a:spcAft>
              <a:buSzPts val="1260"/>
              <a:buNone/>
            </a:pPr>
            <a:r>
              <a:rPr lang="en-US" sz="1800"/>
              <a:t>	class </a:t>
            </a:r>
            <a:r>
              <a:rPr b="1" lang="en-US" sz="1800">
                <a:solidFill>
                  <a:srgbClr val="FFC000"/>
                </a:solidFill>
              </a:rPr>
              <a:t>Pet</a:t>
            </a:r>
            <a:r>
              <a:rPr lang="en-US" sz="1800"/>
              <a:t> {</a:t>
            </a:r>
            <a:br>
              <a:rPr lang="en-US" sz="1800"/>
            </a:br>
            <a:r>
              <a:rPr lang="en-US" sz="1800"/>
              <a:t>public:</a:t>
            </a:r>
            <a:br>
              <a:rPr lang="en-US" sz="1800"/>
            </a:br>
            <a:r>
              <a:rPr lang="en-US" sz="1800"/>
              <a:t>	virtual void eat() = 0;</a:t>
            </a:r>
            <a:br>
              <a:rPr lang="en-US" sz="1800"/>
            </a:br>
            <a:r>
              <a:rPr lang="en-US" sz="1800"/>
              <a:t>	virtual void talk() = 0;</a:t>
            </a:r>
            <a:br>
              <a:rPr lang="en-US" sz="1800"/>
            </a:br>
            <a:r>
              <a:rPr lang="en-US" sz="1800"/>
              <a:t>};</a:t>
            </a:r>
            <a:br>
              <a:rPr lang="en-US" sz="1800"/>
            </a:br>
            <a:r>
              <a:rPr lang="en-US" sz="1800"/>
              <a:t>class </a:t>
            </a:r>
            <a:r>
              <a:rPr b="1" lang="en-US" sz="1800">
                <a:solidFill>
                  <a:srgbClr val="FFC000"/>
                </a:solidFill>
              </a:rPr>
              <a:t>Cat </a:t>
            </a:r>
            <a:r>
              <a:rPr lang="en-US" sz="1800"/>
              <a:t>: pubic </a:t>
            </a:r>
            <a:r>
              <a:rPr b="1" lang="en-US" sz="1800">
                <a:solidFill>
                  <a:srgbClr val="FFC000"/>
                </a:solidFill>
              </a:rPr>
              <a:t>Pet</a:t>
            </a:r>
            <a:r>
              <a:rPr lang="en-US" sz="1800"/>
              <a:t> {</a:t>
            </a:r>
            <a:br>
              <a:rPr lang="en-US" sz="1800"/>
            </a:br>
            <a:r>
              <a:rPr lang="en-US" sz="1800"/>
              <a:t>public:</a:t>
            </a:r>
            <a:br>
              <a:rPr lang="en-US" sz="1800"/>
            </a:br>
            <a:r>
              <a:rPr b="1" lang="en-US" sz="1800">
                <a:solidFill>
                  <a:srgbClr val="FFC000"/>
                </a:solidFill>
              </a:rPr>
              <a:t>	</a:t>
            </a:r>
            <a:r>
              <a:rPr lang="en-US" sz="1800"/>
              <a:t>void eat();</a:t>
            </a:r>
            <a:br>
              <a:rPr lang="en-US" sz="1800"/>
            </a:br>
            <a:r>
              <a:rPr lang="en-US" sz="1800"/>
              <a:t>	void talk();</a:t>
            </a:r>
            <a:br>
              <a:rPr lang="en-US" sz="1800"/>
            </a:br>
            <a:r>
              <a:rPr lang="en-US" sz="1800"/>
              <a:t>};</a:t>
            </a:r>
            <a:br>
              <a:rPr lang="en-US" sz="1800"/>
            </a:br>
            <a:r>
              <a:rPr lang="en-US" sz="1800"/>
              <a:t>class </a:t>
            </a:r>
            <a:r>
              <a:rPr b="1" lang="en-US" sz="1800">
                <a:solidFill>
                  <a:srgbClr val="FFC000"/>
                </a:solidFill>
              </a:rPr>
              <a:t>Dog </a:t>
            </a:r>
            <a:r>
              <a:rPr lang="en-US" sz="1800"/>
              <a:t>: public </a:t>
            </a:r>
            <a:r>
              <a:rPr b="1" lang="en-US" sz="1800">
                <a:solidFill>
                  <a:srgbClr val="FFC000"/>
                </a:solidFill>
              </a:rPr>
              <a:t>Pet</a:t>
            </a:r>
            <a:r>
              <a:rPr lang="en-US" sz="1800"/>
              <a:t> {</a:t>
            </a:r>
            <a:br>
              <a:rPr lang="en-US" sz="1800"/>
            </a:br>
            <a:r>
              <a:rPr lang="en-US" sz="1800"/>
              <a:t>public:</a:t>
            </a:r>
            <a:br>
              <a:rPr lang="en-US" sz="1800"/>
            </a:br>
            <a:r>
              <a:rPr lang="en-US" sz="1800"/>
              <a:t>	void eat();</a:t>
            </a:r>
            <a:br>
              <a:rPr lang="en-US" sz="1800"/>
            </a:br>
            <a:r>
              <a:rPr lang="en-US" sz="1800"/>
              <a:t>	void talk();</a:t>
            </a:r>
            <a:br>
              <a:rPr lang="en-US" sz="1800"/>
            </a:br>
            <a:r>
              <a:rPr lang="en-US" sz="1800"/>
              <a:t>};</a:t>
            </a:r>
            <a:endParaRPr/>
          </a:p>
        </p:txBody>
      </p:sp>
      <p:sp>
        <p:nvSpPr>
          <p:cNvPr id="168" name="Google Shape;168;p12"/>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69" name="Google Shape;169;p12"/>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
        <p:nvSpPr>
          <p:cNvPr id="170" name="Google Shape;170;p12"/>
          <p:cNvSpPr/>
          <p:nvPr/>
        </p:nvSpPr>
        <p:spPr>
          <a:xfrm>
            <a:off x="5715000" y="2057400"/>
            <a:ext cx="3048000" cy="19812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	void </a:t>
            </a:r>
            <a:r>
              <a:rPr b="1" i="0" lang="en-US" sz="1800" u="none" cap="none" strike="noStrike">
                <a:solidFill>
                  <a:srgbClr val="FFC000"/>
                </a:solidFill>
                <a:latin typeface="Arial"/>
                <a:ea typeface="Arial"/>
                <a:cs typeface="Arial"/>
                <a:sym typeface="Arial"/>
              </a:rPr>
              <a:t>trainPet</a:t>
            </a:r>
            <a:r>
              <a:rPr b="0" i="0" lang="en-US" sz="1800" u="none" cap="none" strike="noStrike">
                <a:solidFill>
                  <a:schemeClr val="lt1"/>
                </a:solidFill>
                <a:latin typeface="Arial"/>
                <a:ea typeface="Arial"/>
                <a:cs typeface="Arial"/>
                <a:sym typeface="Arial"/>
              </a:rPr>
              <a:t>( Pet *p )</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	p-&gt;eat();</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	p-&gt;talk();</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	p-&gt;eat();</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	p-&gt;talk();</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4" name="Shape 174"/>
        <p:cNvGrpSpPr/>
        <p:nvPr/>
      </p:nvGrpSpPr>
      <p:grpSpPr>
        <a:xfrm>
          <a:off x="0" y="0"/>
          <a:ext cx="0" cy="0"/>
          <a:chOff x="0" y="0"/>
          <a:chExt cx="0" cy="0"/>
        </a:xfrm>
      </p:grpSpPr>
      <p:sp>
        <p:nvSpPr>
          <p:cNvPr id="175" name="Google Shape;175;p13"/>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Một số mẫu thông dụng</a:t>
            </a:r>
            <a:endParaRPr/>
          </a:p>
        </p:txBody>
      </p:sp>
      <p:sp>
        <p:nvSpPr>
          <p:cNvPr id="176" name="Google Shape;176;p13"/>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Vấn đề 3 (tiếp theo):</a:t>
            </a:r>
            <a:endParaRPr/>
          </a:p>
          <a:p>
            <a:pPr indent="-342900" lvl="0" marL="342900" rtl="0" algn="l">
              <a:spcBef>
                <a:spcPts val="360"/>
              </a:spcBef>
              <a:spcAft>
                <a:spcPts val="0"/>
              </a:spcAft>
              <a:buSzPts val="1260"/>
              <a:buNone/>
            </a:pPr>
            <a:r>
              <a:rPr lang="en-US" sz="1800"/>
              <a:t>	class </a:t>
            </a:r>
            <a:r>
              <a:rPr b="1" lang="en-US" sz="1800">
                <a:solidFill>
                  <a:srgbClr val="FFC000"/>
                </a:solidFill>
              </a:rPr>
              <a:t>WildAnimal</a:t>
            </a:r>
            <a:r>
              <a:rPr lang="en-US" sz="1800"/>
              <a:t> {</a:t>
            </a:r>
            <a:br>
              <a:rPr lang="en-US" sz="1800"/>
            </a:br>
            <a:r>
              <a:rPr lang="en-US" sz="1800"/>
              <a:t>public:</a:t>
            </a:r>
            <a:br>
              <a:rPr lang="en-US" sz="1800"/>
            </a:br>
            <a:r>
              <a:rPr lang="en-US" sz="1800"/>
              <a:t>	virtual void hunt() = 0;</a:t>
            </a:r>
            <a:br>
              <a:rPr lang="en-US" sz="1800"/>
            </a:br>
            <a:r>
              <a:rPr lang="en-US" sz="1800"/>
              <a:t>	virtual void eatMeat() = 0;</a:t>
            </a:r>
            <a:br>
              <a:rPr lang="en-US" sz="1800"/>
            </a:br>
            <a:r>
              <a:rPr lang="en-US" sz="1800"/>
              <a:t>	virtual void shout() = 0;</a:t>
            </a:r>
            <a:br>
              <a:rPr lang="en-US" sz="1800"/>
            </a:br>
            <a:r>
              <a:rPr lang="en-US" sz="1800"/>
              <a:t>};</a:t>
            </a:r>
            <a:br>
              <a:rPr lang="en-US" sz="1800"/>
            </a:br>
            <a:r>
              <a:rPr lang="en-US" sz="1800"/>
              <a:t>class </a:t>
            </a:r>
            <a:r>
              <a:rPr b="1" lang="en-US" sz="1800">
                <a:solidFill>
                  <a:srgbClr val="FFC000"/>
                </a:solidFill>
              </a:rPr>
              <a:t>Tiger</a:t>
            </a:r>
            <a:r>
              <a:rPr lang="en-US" sz="1800"/>
              <a:t> : public </a:t>
            </a:r>
            <a:r>
              <a:rPr b="1" lang="en-US" sz="1800">
                <a:solidFill>
                  <a:srgbClr val="FFC000"/>
                </a:solidFill>
              </a:rPr>
              <a:t>WildAnimal</a:t>
            </a:r>
            <a:r>
              <a:rPr lang="en-US" sz="1800"/>
              <a:t> {</a:t>
            </a:r>
            <a:br>
              <a:rPr lang="en-US" sz="1800"/>
            </a:br>
            <a:r>
              <a:rPr lang="en-US" sz="1800"/>
              <a:t> public:</a:t>
            </a:r>
            <a:br>
              <a:rPr lang="en-US" sz="1800"/>
            </a:br>
            <a:r>
              <a:rPr lang="en-US" sz="1800"/>
              <a:t>	void hunt();</a:t>
            </a:r>
            <a:br>
              <a:rPr lang="en-US" sz="1800"/>
            </a:br>
            <a:r>
              <a:rPr lang="en-US" sz="1800"/>
              <a:t>	void eatMeat();</a:t>
            </a:r>
            <a:br>
              <a:rPr lang="en-US" sz="1800"/>
            </a:br>
            <a:r>
              <a:rPr lang="en-US" sz="1800"/>
              <a:t>	void shout(); </a:t>
            </a:r>
            <a:br>
              <a:rPr lang="en-US" sz="1800"/>
            </a:br>
            <a:r>
              <a:rPr lang="en-US" sz="1800"/>
              <a:t>};</a:t>
            </a:r>
            <a:br>
              <a:rPr lang="en-US" sz="1800"/>
            </a:br>
            <a:r>
              <a:rPr lang="en-US" sz="1800"/>
              <a:t> class </a:t>
            </a:r>
            <a:r>
              <a:rPr b="1" lang="en-US" sz="1800">
                <a:solidFill>
                  <a:srgbClr val="FFC000"/>
                </a:solidFill>
              </a:rPr>
              <a:t>Wolf</a:t>
            </a:r>
            <a:r>
              <a:rPr lang="en-US" sz="1800"/>
              <a:t> : public </a:t>
            </a:r>
            <a:r>
              <a:rPr b="1" lang="en-US" sz="1800">
                <a:solidFill>
                  <a:srgbClr val="FFC000"/>
                </a:solidFill>
              </a:rPr>
              <a:t>WildAnimal</a:t>
            </a:r>
            <a:r>
              <a:rPr lang="en-US" sz="1800"/>
              <a:t> {</a:t>
            </a:r>
            <a:br>
              <a:rPr lang="en-US" sz="1800"/>
            </a:br>
            <a:r>
              <a:rPr lang="en-US" sz="1800"/>
              <a:t> public:</a:t>
            </a:r>
            <a:br>
              <a:rPr lang="en-US" sz="1800"/>
            </a:br>
            <a:r>
              <a:rPr lang="en-US" sz="1800"/>
              <a:t>	void hunt();</a:t>
            </a:r>
            <a:br>
              <a:rPr lang="en-US" sz="1800"/>
            </a:br>
            <a:r>
              <a:rPr lang="en-US" sz="1800"/>
              <a:t>	void eatMeat();</a:t>
            </a:r>
            <a:br>
              <a:rPr lang="en-US" sz="1800"/>
            </a:br>
            <a:r>
              <a:rPr lang="en-US" sz="1800"/>
              <a:t>	void shout(); </a:t>
            </a:r>
            <a:br>
              <a:rPr lang="en-US" sz="1800"/>
            </a:br>
            <a:r>
              <a:rPr lang="en-US" sz="1800"/>
              <a:t>};</a:t>
            </a:r>
            <a:endParaRPr/>
          </a:p>
          <a:p>
            <a:pPr indent="-342900" lvl="0" marL="342900" rtl="0" algn="l">
              <a:spcBef>
                <a:spcPts val="360"/>
              </a:spcBef>
              <a:spcAft>
                <a:spcPts val="0"/>
              </a:spcAft>
              <a:buSzPts val="1260"/>
              <a:buNone/>
            </a:pPr>
            <a:r>
              <a:t/>
            </a:r>
            <a:endParaRPr sz="1800"/>
          </a:p>
        </p:txBody>
      </p:sp>
      <p:sp>
        <p:nvSpPr>
          <p:cNvPr id="177" name="Google Shape;177;p13"/>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78" name="Google Shape;178;p13"/>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
        <p:nvSpPr>
          <p:cNvPr id="179" name="Google Shape;179;p13"/>
          <p:cNvSpPr/>
          <p:nvPr/>
        </p:nvSpPr>
        <p:spPr>
          <a:xfrm>
            <a:off x="4419600" y="4419600"/>
            <a:ext cx="4648200" cy="1447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	Hãy tìm cách mở rộng chương trình để có thể huấn luyện được cả cọp và sói.</a:t>
            </a:r>
            <a:endParaRPr/>
          </a:p>
          <a:p>
            <a:pPr indent="-342900" lvl="0" marL="342900" marR="0" rtl="0" algn="l">
              <a:spcBef>
                <a:spcPts val="36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	Yêu cầu: chỉ tái sử dụng, không chỉnh sửa chương trình hiện có.</a:t>
            </a:r>
            <a:endParaRPr/>
          </a:p>
        </p:txBody>
      </p:sp>
      <p:sp>
        <p:nvSpPr>
          <p:cNvPr id="180" name="Google Shape;180;p13"/>
          <p:cNvSpPr/>
          <p:nvPr/>
        </p:nvSpPr>
        <p:spPr>
          <a:xfrm>
            <a:off x="4419600" y="1676400"/>
            <a:ext cx="3733800" cy="2590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hlink"/>
              </a:buClr>
              <a:buSzPts val="1260"/>
              <a:buFont typeface="Noto Sans Symbols"/>
              <a:buNone/>
            </a:pPr>
            <a:r>
              <a:rPr b="0" i="0" lang="en-US" sz="1800" u="none" cap="none" strike="noStrike">
                <a:solidFill>
                  <a:schemeClr val="lt1"/>
                </a:solidFill>
                <a:latin typeface="Arial"/>
                <a:ea typeface="Arial"/>
                <a:cs typeface="Arial"/>
                <a:sym typeface="Arial"/>
              </a:rPr>
              <a:t>	void </a:t>
            </a:r>
            <a:r>
              <a:rPr b="1" i="0" lang="en-US" sz="1800" u="none" cap="none" strike="noStrike">
                <a:solidFill>
                  <a:srgbClr val="FFC000"/>
                </a:solidFill>
                <a:latin typeface="Arial"/>
                <a:ea typeface="Arial"/>
                <a:cs typeface="Arial"/>
                <a:sym typeface="Arial"/>
              </a:rPr>
              <a:t>main()</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	Tiger  t = new Tiger();</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	Wolf  w = new Wolf();</a:t>
            </a:r>
            <a:br>
              <a:rPr b="0" i="0" lang="en-US" sz="1800" u="none" cap="none" strike="noStrike">
                <a:solidFill>
                  <a:schemeClr val="lt1"/>
                </a:solidFill>
                <a:latin typeface="Arial"/>
                <a:ea typeface="Arial"/>
                <a:cs typeface="Arial"/>
                <a:sym typeface="Arial"/>
              </a:rPr>
            </a:b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	</a:t>
            </a:r>
            <a:r>
              <a:rPr b="1" i="0" lang="en-US" sz="1800" u="none" cap="none" strike="noStrike">
                <a:solidFill>
                  <a:srgbClr val="FFC000"/>
                </a:solidFill>
                <a:latin typeface="Arial"/>
                <a:ea typeface="Arial"/>
                <a:cs typeface="Arial"/>
                <a:sym typeface="Arial"/>
              </a:rPr>
              <a:t> </a:t>
            </a:r>
            <a:r>
              <a:rPr b="0" i="0" lang="en-US" sz="1800" u="none" cap="none" strike="noStrike">
                <a:solidFill>
                  <a:srgbClr val="FFC000"/>
                </a:solidFill>
                <a:latin typeface="Arial"/>
                <a:ea typeface="Arial"/>
                <a:cs typeface="Arial"/>
                <a:sym typeface="Arial"/>
              </a:rPr>
              <a:t>// làm sao huấn luyện??</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	</a:t>
            </a:r>
            <a:r>
              <a:rPr b="0" i="0" lang="en-US" sz="1800" u="none" cap="none" strike="noStrike">
                <a:solidFill>
                  <a:srgbClr val="FFC000"/>
                </a:solidFill>
                <a:latin typeface="Arial"/>
                <a:ea typeface="Arial"/>
                <a:cs typeface="Arial"/>
                <a:sym typeface="Arial"/>
              </a:rPr>
              <a:t>// trainPet( t ); </a:t>
            </a:r>
            <a:br>
              <a:rPr b="0" i="0" lang="en-US" sz="1800" u="none" cap="none" strike="noStrike">
                <a:solidFill>
                  <a:srgbClr val="FFC000"/>
                </a:solidFill>
                <a:latin typeface="Arial"/>
                <a:ea typeface="Arial"/>
                <a:cs typeface="Arial"/>
                <a:sym typeface="Arial"/>
              </a:rPr>
            </a:br>
            <a:r>
              <a:rPr b="0" i="0" lang="en-US" sz="1800" u="none" cap="none" strike="noStrike">
                <a:solidFill>
                  <a:srgbClr val="FFC000"/>
                </a:solidFill>
                <a:latin typeface="Arial"/>
                <a:ea typeface="Arial"/>
                <a:cs typeface="Arial"/>
                <a:sym typeface="Arial"/>
              </a:rPr>
              <a:t>	// trainPet( w);</a:t>
            </a:r>
            <a:br>
              <a:rPr b="0" i="0" lang="en-US" sz="1800" u="none" cap="none" strike="noStrike">
                <a:solidFill>
                  <a:schemeClr val="lt1"/>
                </a:solidFill>
                <a:latin typeface="Arial"/>
                <a:ea typeface="Arial"/>
                <a:cs typeface="Arial"/>
                <a:sym typeface="Arial"/>
              </a:rPr>
            </a:br>
            <a:r>
              <a:rPr b="0" i="0" lang="en-US" sz="1800" u="none" cap="none" strike="noStrike">
                <a:solidFill>
                  <a:schemeClr val="lt1"/>
                </a:solidFill>
                <a:latin typeface="Arial"/>
                <a:ea typeface="Arial"/>
                <a:cs typeface="Arial"/>
                <a:sym typeface="Arial"/>
              </a:rPr>
              <a:t>}</a:t>
            </a:r>
            <a:endParaRPr b="0" i="0" sz="18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4" name="Shape 184"/>
        <p:cNvGrpSpPr/>
        <p:nvPr/>
      </p:nvGrpSpPr>
      <p:grpSpPr>
        <a:xfrm>
          <a:off x="0" y="0"/>
          <a:ext cx="0" cy="0"/>
          <a:chOff x="0" y="0"/>
          <a:chExt cx="0" cy="0"/>
        </a:xfrm>
      </p:grpSpPr>
      <p:sp>
        <p:nvSpPr>
          <p:cNvPr id="185" name="Google Shape;185;p14"/>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Một số mẫu thông dụng</a:t>
            </a:r>
            <a:endParaRPr/>
          </a:p>
        </p:txBody>
      </p:sp>
      <p:sp>
        <p:nvSpPr>
          <p:cNvPr id="186" name="Google Shape;186;p14"/>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Mẫu Adapter:</a:t>
            </a:r>
            <a:endParaRPr/>
          </a:p>
          <a:p>
            <a:pPr indent="-228600" lvl="2" marL="1143000" rtl="0" algn="l">
              <a:spcBef>
                <a:spcPts val="480"/>
              </a:spcBef>
              <a:spcAft>
                <a:spcPts val="0"/>
              </a:spcAft>
              <a:buSzPts val="1680"/>
              <a:buChar char="■"/>
            </a:pPr>
            <a:r>
              <a:rPr lang="en-US"/>
              <a:t>Tái sử dụng đối tượng sẵn có vào ngữ cảnh khác.</a:t>
            </a:r>
            <a:endParaRPr/>
          </a:p>
          <a:p>
            <a:pPr indent="-228600" lvl="3" marL="1600200" rtl="0" algn="l">
              <a:spcBef>
                <a:spcPts val="400"/>
              </a:spcBef>
              <a:spcAft>
                <a:spcPts val="0"/>
              </a:spcAft>
              <a:buSzPts val="1400"/>
              <a:buChar char="⮚"/>
            </a:pPr>
            <a:r>
              <a:rPr lang="en-US"/>
              <a:t>Sử dụng lại thư viện có sẵn.</a:t>
            </a:r>
            <a:endParaRPr/>
          </a:p>
        </p:txBody>
      </p:sp>
      <p:sp>
        <p:nvSpPr>
          <p:cNvPr id="187" name="Google Shape;187;p14"/>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188" name="Google Shape;188;p14"/>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pic>
        <p:nvPicPr>
          <p:cNvPr id="189" name="Google Shape;189;p14"/>
          <p:cNvPicPr preferRelativeResize="0"/>
          <p:nvPr/>
        </p:nvPicPr>
        <p:blipFill rotWithShape="1">
          <a:blip r:embed="rId3">
            <a:alphaModFix/>
          </a:blip>
          <a:srcRect b="0" l="0" r="0" t="0"/>
          <a:stretch/>
        </p:blipFill>
        <p:spPr>
          <a:xfrm>
            <a:off x="4191000" y="2514600"/>
            <a:ext cx="4953000" cy="3971925"/>
          </a:xfrm>
          <a:prstGeom prst="rect">
            <a:avLst/>
          </a:prstGeom>
          <a:noFill/>
          <a:ln>
            <a:noFill/>
          </a:ln>
        </p:spPr>
      </p:pic>
      <p:pic>
        <p:nvPicPr>
          <p:cNvPr id="190" name="Google Shape;190;p14"/>
          <p:cNvPicPr preferRelativeResize="0"/>
          <p:nvPr/>
        </p:nvPicPr>
        <p:blipFill rotWithShape="1">
          <a:blip r:embed="rId4">
            <a:alphaModFix/>
          </a:blip>
          <a:srcRect b="0" l="0" r="0" t="0"/>
          <a:stretch/>
        </p:blipFill>
        <p:spPr>
          <a:xfrm>
            <a:off x="555267" y="2896673"/>
            <a:ext cx="2797533" cy="1208602"/>
          </a:xfrm>
          <a:prstGeom prst="rect">
            <a:avLst/>
          </a:prstGeom>
          <a:noFill/>
          <a:ln>
            <a:noFill/>
          </a:ln>
        </p:spPr>
      </p:pic>
      <p:pic>
        <p:nvPicPr>
          <p:cNvPr id="191" name="Google Shape;191;p14"/>
          <p:cNvPicPr preferRelativeResize="0"/>
          <p:nvPr/>
        </p:nvPicPr>
        <p:blipFill rotWithShape="1">
          <a:blip r:embed="rId5">
            <a:alphaModFix/>
          </a:blip>
          <a:srcRect b="0" l="0" r="0" t="0"/>
          <a:stretch/>
        </p:blipFill>
        <p:spPr>
          <a:xfrm>
            <a:off x="0" y="4572000"/>
            <a:ext cx="3989231" cy="1200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6" name="Shape 196"/>
        <p:cNvGrpSpPr/>
        <p:nvPr/>
      </p:nvGrpSpPr>
      <p:grpSpPr>
        <a:xfrm>
          <a:off x="0" y="0"/>
          <a:ext cx="0" cy="0"/>
          <a:chOff x="0" y="0"/>
          <a:chExt cx="0" cy="0"/>
        </a:xfrm>
      </p:grpSpPr>
      <p:sp>
        <p:nvSpPr>
          <p:cNvPr id="197" name="Google Shape;197;p15"/>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Tóm tắt</a:t>
            </a:r>
            <a:endParaRPr/>
          </a:p>
        </p:txBody>
      </p:sp>
      <p:sp>
        <p:nvSpPr>
          <p:cNvPr id="198" name="Google Shape;198;p15"/>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Chương trình hướng đối tượng:</a:t>
            </a:r>
            <a:endParaRPr/>
          </a:p>
          <a:p>
            <a:pPr indent="-228600" lvl="2" marL="1143000" rtl="0" algn="l">
              <a:spcBef>
                <a:spcPts val="480"/>
              </a:spcBef>
              <a:spcAft>
                <a:spcPts val="0"/>
              </a:spcAft>
              <a:buSzPts val="1680"/>
              <a:buChar char="■"/>
            </a:pPr>
            <a:r>
              <a:rPr lang="en-US"/>
              <a:t>Tuân thủ ba tính chất hương đối tượng.</a:t>
            </a:r>
            <a:endParaRPr/>
          </a:p>
          <a:p>
            <a:pPr indent="-228600" lvl="2" marL="1143000" rtl="0" algn="l">
              <a:spcBef>
                <a:spcPts val="480"/>
              </a:spcBef>
              <a:spcAft>
                <a:spcPts val="0"/>
              </a:spcAft>
              <a:buSzPts val="1680"/>
              <a:buChar char="■"/>
            </a:pPr>
            <a:r>
              <a:rPr lang="en-US"/>
              <a:t>Mục tiêu: ứng phó thay đổi, dễ bảo trì, nâng cấp.</a:t>
            </a:r>
            <a:endParaRPr/>
          </a:p>
          <a:p>
            <a:pPr indent="-342900" lvl="0" marL="342900" rtl="0" algn="l">
              <a:spcBef>
                <a:spcPts val="640"/>
              </a:spcBef>
              <a:spcAft>
                <a:spcPts val="0"/>
              </a:spcAft>
              <a:buSzPts val="2240"/>
              <a:buChar char="■"/>
            </a:pPr>
            <a:r>
              <a:rPr lang="en-US"/>
              <a:t>Mẫu thiết kế:</a:t>
            </a:r>
            <a:endParaRPr/>
          </a:p>
          <a:p>
            <a:pPr indent="-228600" lvl="2" marL="1143000" rtl="0" algn="l">
              <a:spcBef>
                <a:spcPts val="480"/>
              </a:spcBef>
              <a:spcAft>
                <a:spcPts val="0"/>
              </a:spcAft>
              <a:buSzPts val="1680"/>
              <a:buChar char="■"/>
            </a:pPr>
            <a:r>
              <a:rPr lang="en-US"/>
              <a:t>Bài giải mẫu cho vấn đề thiết kế thường gặp.</a:t>
            </a:r>
            <a:endParaRPr/>
          </a:p>
          <a:p>
            <a:pPr indent="-228600" lvl="2" marL="1143000" rtl="0" algn="l">
              <a:spcBef>
                <a:spcPts val="480"/>
              </a:spcBef>
              <a:spcAft>
                <a:spcPts val="0"/>
              </a:spcAft>
              <a:buSzPts val="1680"/>
              <a:buChar char="■"/>
            </a:pPr>
            <a:r>
              <a:rPr lang="en-US"/>
              <a:t>23 mẫu của Gang of Four.</a:t>
            </a:r>
            <a:endParaRPr/>
          </a:p>
          <a:p>
            <a:pPr indent="-342900" lvl="0" marL="342900" rtl="0" algn="l">
              <a:spcBef>
                <a:spcPts val="640"/>
              </a:spcBef>
              <a:spcAft>
                <a:spcPts val="0"/>
              </a:spcAft>
              <a:buSzPts val="2240"/>
              <a:buChar char="■"/>
            </a:pPr>
            <a:r>
              <a:rPr lang="en-US"/>
              <a:t>Mẫu thông dụng:</a:t>
            </a:r>
            <a:endParaRPr/>
          </a:p>
          <a:p>
            <a:pPr indent="-228600" lvl="2" marL="1143000" rtl="0" algn="l">
              <a:spcBef>
                <a:spcPts val="480"/>
              </a:spcBef>
              <a:spcAft>
                <a:spcPts val="0"/>
              </a:spcAft>
              <a:buSzPts val="1680"/>
              <a:buChar char="■"/>
            </a:pPr>
            <a:r>
              <a:rPr lang="en-US"/>
              <a:t>Singleton.</a:t>
            </a:r>
            <a:endParaRPr/>
          </a:p>
          <a:p>
            <a:pPr indent="-228600" lvl="2" marL="1143000" rtl="0" algn="l">
              <a:spcBef>
                <a:spcPts val="480"/>
              </a:spcBef>
              <a:spcAft>
                <a:spcPts val="0"/>
              </a:spcAft>
              <a:buSzPts val="1680"/>
              <a:buChar char="■"/>
            </a:pPr>
            <a:r>
              <a:rPr lang="en-US"/>
              <a:t>Composite.</a:t>
            </a:r>
            <a:endParaRPr/>
          </a:p>
          <a:p>
            <a:pPr indent="-228600" lvl="2" marL="1143000" rtl="0" algn="l">
              <a:spcBef>
                <a:spcPts val="480"/>
              </a:spcBef>
              <a:spcAft>
                <a:spcPts val="0"/>
              </a:spcAft>
              <a:buSzPts val="1680"/>
              <a:buChar char="■"/>
            </a:pPr>
            <a:r>
              <a:rPr lang="en-US"/>
              <a:t>Adapter.</a:t>
            </a:r>
            <a:endParaRPr/>
          </a:p>
        </p:txBody>
      </p:sp>
      <p:sp>
        <p:nvSpPr>
          <p:cNvPr id="199" name="Google Shape;199;p15"/>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00" name="Google Shape;200;p15"/>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5" name="Shape 205"/>
        <p:cNvGrpSpPr/>
        <p:nvPr/>
      </p:nvGrpSpPr>
      <p:grpSpPr>
        <a:xfrm>
          <a:off x="0" y="0"/>
          <a:ext cx="0" cy="0"/>
          <a:chOff x="0" y="0"/>
          <a:chExt cx="0" cy="0"/>
        </a:xfrm>
      </p:grpSpPr>
      <p:sp>
        <p:nvSpPr>
          <p:cNvPr id="206" name="Google Shape;206;p16"/>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07" name="Google Shape;207;p16"/>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10.1:</a:t>
            </a:r>
            <a:endParaRPr/>
          </a:p>
          <a:p>
            <a:pPr indent="-342900" lvl="0" marL="342900" rtl="0" algn="l">
              <a:spcBef>
                <a:spcPts val="400"/>
              </a:spcBef>
              <a:spcAft>
                <a:spcPts val="0"/>
              </a:spcAft>
              <a:buSzPts val="1400"/>
              <a:buNone/>
            </a:pPr>
            <a:r>
              <a:rPr lang="en-US" sz="2000"/>
              <a:t>	Một cỗ máy được cấu tạo từ các chi tiết máy. Mỗi chi tiết máy đều được đánh mã số để phân biệt với nhau (ví dụ CT001).</a:t>
            </a:r>
            <a:endParaRPr/>
          </a:p>
          <a:p>
            <a:pPr indent="-342900" lvl="0" marL="342900" rtl="0" algn="l">
              <a:spcBef>
                <a:spcPts val="400"/>
              </a:spcBef>
              <a:spcAft>
                <a:spcPts val="0"/>
              </a:spcAft>
              <a:buSzPts val="1400"/>
              <a:buNone/>
            </a:pPr>
            <a:r>
              <a:rPr lang="en-US" sz="2000"/>
              <a:t>	Các chi tiết máy được phân làm 2 loại:</a:t>
            </a:r>
            <a:endParaRPr/>
          </a:p>
          <a:p>
            <a:pPr indent="-342900" lvl="0" marL="342900" rtl="0" algn="l">
              <a:spcBef>
                <a:spcPts val="400"/>
              </a:spcBef>
              <a:spcAft>
                <a:spcPts val="0"/>
              </a:spcAft>
              <a:buSzPts val="1400"/>
              <a:buNone/>
            </a:pPr>
            <a:r>
              <a:rPr lang="en-US" sz="2000"/>
              <a:t>		- Chi tiết đơn: không thể phân chia, có trọng lượng và giá thành.</a:t>
            </a:r>
            <a:endParaRPr/>
          </a:p>
          <a:p>
            <a:pPr indent="-342900" lvl="0" marL="342900" rtl="0" algn="l">
              <a:spcBef>
                <a:spcPts val="400"/>
              </a:spcBef>
              <a:spcAft>
                <a:spcPts val="0"/>
              </a:spcAft>
              <a:buSzPts val="1400"/>
              <a:buNone/>
            </a:pPr>
            <a:r>
              <a:rPr lang="en-US" sz="2000"/>
              <a:t>		- Chi tiết phức: cấu tạo từ những chi tiết con (đơn hoặc phức).</a:t>
            </a:r>
            <a:endParaRPr/>
          </a:p>
          <a:p>
            <a:pPr indent="-342900" lvl="0" marL="342900" rtl="0" algn="l">
              <a:spcBef>
                <a:spcPts val="400"/>
              </a:spcBef>
              <a:spcAft>
                <a:spcPts val="0"/>
              </a:spcAft>
              <a:buSzPts val="1400"/>
              <a:buNone/>
            </a:pPr>
            <a:r>
              <a:rPr lang="en-US" sz="2000"/>
              <a:t>		Trọng lượng = trọng lượng các chi tiết con + 10% phụ kiện kết nối.</a:t>
            </a:r>
            <a:endParaRPr/>
          </a:p>
          <a:p>
            <a:pPr indent="-342900" lvl="0" marL="342900" rtl="0" algn="l">
              <a:spcBef>
                <a:spcPts val="400"/>
              </a:spcBef>
              <a:spcAft>
                <a:spcPts val="0"/>
              </a:spcAft>
              <a:buSzPts val="1400"/>
              <a:buNone/>
            </a:pPr>
            <a:r>
              <a:rPr lang="en-US" sz="2000"/>
              <a:t>		Giá thành = giá thành các chi tiết con + 20% công lắp ráp.</a:t>
            </a:r>
            <a:endParaRPr/>
          </a:p>
          <a:p>
            <a:pPr indent="-342900" lvl="0" marL="342900" rtl="0" algn="l">
              <a:spcBef>
                <a:spcPts val="400"/>
              </a:spcBef>
              <a:spcAft>
                <a:spcPts val="0"/>
              </a:spcAft>
              <a:buSzPts val="1400"/>
              <a:buNone/>
            </a:pPr>
            <a:r>
              <a:rPr lang="en-US" sz="2000"/>
              <a:t>	Viết chương trình:</a:t>
            </a:r>
            <a:endParaRPr/>
          </a:p>
          <a:p>
            <a:pPr indent="-342900" lvl="0" marL="342900" rtl="0" algn="l">
              <a:spcBef>
                <a:spcPts val="400"/>
              </a:spcBef>
              <a:spcAft>
                <a:spcPts val="0"/>
              </a:spcAft>
              <a:buSzPts val="1400"/>
              <a:buNone/>
            </a:pPr>
            <a:r>
              <a:rPr lang="en-US" sz="2000"/>
              <a:t>		- Nhập vào các chi tiết máy cấu thành nên cỗ máy.</a:t>
            </a:r>
            <a:endParaRPr/>
          </a:p>
          <a:p>
            <a:pPr indent="-342900" lvl="0" marL="342900" rtl="0" algn="l">
              <a:spcBef>
                <a:spcPts val="400"/>
              </a:spcBef>
              <a:spcAft>
                <a:spcPts val="0"/>
              </a:spcAft>
              <a:buSzPts val="1400"/>
              <a:buNone/>
            </a:pPr>
            <a:r>
              <a:rPr lang="en-US" sz="2000"/>
              <a:t>		- Tính trọng lượng cỗ máy.</a:t>
            </a:r>
            <a:endParaRPr/>
          </a:p>
          <a:p>
            <a:pPr indent="-342900" lvl="0" marL="342900" rtl="0" algn="l">
              <a:spcBef>
                <a:spcPts val="400"/>
              </a:spcBef>
              <a:spcAft>
                <a:spcPts val="0"/>
              </a:spcAft>
              <a:buSzPts val="1400"/>
              <a:buNone/>
            </a:pPr>
            <a:r>
              <a:rPr lang="en-US" sz="2000"/>
              <a:t>		- Tính giá thành cỗ máy.</a:t>
            </a:r>
            <a:endParaRPr sz="2000"/>
          </a:p>
        </p:txBody>
      </p:sp>
      <p:sp>
        <p:nvSpPr>
          <p:cNvPr id="208" name="Google Shape;208;p16"/>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09" name="Google Shape;209;p16"/>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17"/>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15" name="Google Shape;215;p17"/>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10.2:</a:t>
            </a:r>
            <a:endParaRPr/>
          </a:p>
          <a:p>
            <a:pPr indent="-342900" lvl="0" marL="342900" rtl="0" algn="l">
              <a:spcBef>
                <a:spcPts val="400"/>
              </a:spcBef>
              <a:spcAft>
                <a:spcPts val="0"/>
              </a:spcAft>
              <a:buSzPts val="1400"/>
              <a:buNone/>
            </a:pPr>
            <a:r>
              <a:rPr lang="en-US" sz="2000"/>
              <a:t>	Đơn vị lưu trữ dữ liệu trên máy tính là tập tin và thư mục.</a:t>
            </a:r>
            <a:endParaRPr/>
          </a:p>
          <a:p>
            <a:pPr indent="-342900" lvl="0" marL="342900" rtl="0" algn="l">
              <a:spcBef>
                <a:spcPts val="400"/>
              </a:spcBef>
              <a:spcAft>
                <a:spcPts val="0"/>
              </a:spcAft>
              <a:buSzPts val="1400"/>
              <a:buNone/>
            </a:pPr>
            <a:r>
              <a:rPr lang="en-US" sz="2000"/>
              <a:t>		- Tập tin có thông tin về tên và kích thước.</a:t>
            </a:r>
            <a:endParaRPr/>
          </a:p>
          <a:p>
            <a:pPr indent="-342900" lvl="0" marL="342900" rtl="0" algn="l">
              <a:spcBef>
                <a:spcPts val="400"/>
              </a:spcBef>
              <a:spcAft>
                <a:spcPts val="0"/>
              </a:spcAft>
              <a:buSzPts val="1400"/>
              <a:buNone/>
            </a:pPr>
            <a:r>
              <a:rPr lang="en-US" sz="2000"/>
              <a:t>		- Thư mục chỉ có tên nhưng có thể chứa tập tin và thư mục con.</a:t>
            </a:r>
            <a:endParaRPr/>
          </a:p>
          <a:p>
            <a:pPr indent="-342900" lvl="0" marL="342900" rtl="0" algn="l">
              <a:spcBef>
                <a:spcPts val="400"/>
              </a:spcBef>
              <a:spcAft>
                <a:spcPts val="0"/>
              </a:spcAft>
              <a:buSzPts val="1400"/>
              <a:buNone/>
            </a:pPr>
            <a:r>
              <a:rPr lang="en-US" sz="2000"/>
              <a:t>	Viết chương trình cho phép:</a:t>
            </a:r>
            <a:endParaRPr/>
          </a:p>
          <a:p>
            <a:pPr indent="-342900" lvl="0" marL="342900" rtl="0" algn="l">
              <a:spcBef>
                <a:spcPts val="400"/>
              </a:spcBef>
              <a:spcAft>
                <a:spcPts val="0"/>
              </a:spcAft>
              <a:buSzPts val="1400"/>
              <a:buNone/>
            </a:pPr>
            <a:r>
              <a:rPr lang="en-US" sz="2000"/>
              <a:t>		- Tạo ra một cây thư mục tập tin.</a:t>
            </a:r>
            <a:endParaRPr/>
          </a:p>
          <a:p>
            <a:pPr indent="-342900" lvl="0" marL="342900" rtl="0" algn="l">
              <a:spcBef>
                <a:spcPts val="400"/>
              </a:spcBef>
              <a:spcAft>
                <a:spcPts val="0"/>
              </a:spcAft>
              <a:buSzPts val="1400"/>
              <a:buNone/>
            </a:pPr>
            <a:r>
              <a:rPr lang="en-US" sz="2000"/>
              <a:t>		- Đếm số tập tin và thư mục có trong một thư mục nào đó.</a:t>
            </a:r>
            <a:endParaRPr/>
          </a:p>
          <a:p>
            <a:pPr indent="-342900" lvl="0" marL="342900" rtl="0" algn="l">
              <a:spcBef>
                <a:spcPts val="400"/>
              </a:spcBef>
              <a:spcAft>
                <a:spcPts val="0"/>
              </a:spcAft>
              <a:buSzPts val="1400"/>
              <a:buNone/>
            </a:pPr>
            <a:r>
              <a:rPr lang="en-US" sz="2000"/>
              <a:t>		- Tính kích thước một thư mục.</a:t>
            </a:r>
            <a:endParaRPr sz="2000"/>
          </a:p>
        </p:txBody>
      </p:sp>
      <p:sp>
        <p:nvSpPr>
          <p:cNvPr id="216" name="Google Shape;216;p17"/>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17" name="Google Shape;217;p17"/>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1" name="Shape 221"/>
        <p:cNvGrpSpPr/>
        <p:nvPr/>
      </p:nvGrpSpPr>
      <p:grpSpPr>
        <a:xfrm>
          <a:off x="0" y="0"/>
          <a:ext cx="0" cy="0"/>
          <a:chOff x="0" y="0"/>
          <a:chExt cx="0" cy="0"/>
        </a:xfrm>
      </p:grpSpPr>
      <p:sp>
        <p:nvSpPr>
          <p:cNvPr id="222" name="Google Shape;222;p18"/>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23" name="Google Shape;223;p18"/>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10.3:</a:t>
            </a:r>
            <a:endParaRPr/>
          </a:p>
          <a:p>
            <a:pPr indent="-342900" lvl="0" marL="342900" rtl="0" algn="l">
              <a:spcBef>
                <a:spcPts val="400"/>
              </a:spcBef>
              <a:spcAft>
                <a:spcPts val="0"/>
              </a:spcAft>
              <a:buSzPts val="1400"/>
              <a:buNone/>
            </a:pPr>
            <a:r>
              <a:rPr lang="en-US" sz="2000"/>
              <a:t>	Một công ty sản xuất có 2 loại nhân viên:</a:t>
            </a:r>
            <a:br>
              <a:rPr lang="en-US" sz="2000"/>
            </a:br>
            <a:r>
              <a:rPr lang="en-US" sz="2000"/>
              <a:t>	- Nhân viên sản xuất: lương = số sản phẩm x 10000.</a:t>
            </a:r>
            <a:endParaRPr/>
          </a:p>
          <a:p>
            <a:pPr indent="-342900" lvl="0" marL="342900" rtl="0" algn="l">
              <a:spcBef>
                <a:spcPts val="400"/>
              </a:spcBef>
              <a:spcAft>
                <a:spcPts val="0"/>
              </a:spcAft>
              <a:buSzPts val="1400"/>
              <a:buNone/>
            </a:pPr>
            <a:r>
              <a:rPr lang="en-US" sz="2000"/>
              <a:t>		- Nhân viên văn phòng: lương = mức lương – ngày nghỉ x 10000.</a:t>
            </a:r>
            <a:endParaRPr/>
          </a:p>
          <a:p>
            <a:pPr indent="-342900" lvl="0" marL="342900" rtl="0" algn="l">
              <a:spcBef>
                <a:spcPts val="400"/>
              </a:spcBef>
              <a:spcAft>
                <a:spcPts val="0"/>
              </a:spcAft>
              <a:buSzPts val="1400"/>
              <a:buNone/>
            </a:pPr>
            <a:r>
              <a:rPr lang="en-US" sz="2000"/>
              <a:t>	Thông tin chung của nhân viên công ty gồm:</a:t>
            </a:r>
            <a:br>
              <a:rPr lang="en-US" sz="2000"/>
            </a:br>
            <a:r>
              <a:rPr lang="en-US" sz="2000"/>
              <a:t>	- Họ tên.</a:t>
            </a:r>
            <a:endParaRPr/>
          </a:p>
          <a:p>
            <a:pPr indent="-342900" lvl="0" marL="342900" rtl="0" algn="l">
              <a:spcBef>
                <a:spcPts val="400"/>
              </a:spcBef>
              <a:spcAft>
                <a:spcPts val="0"/>
              </a:spcAft>
              <a:buSzPts val="1400"/>
              <a:buNone/>
            </a:pPr>
            <a:r>
              <a:rPr lang="en-US" sz="2000"/>
              <a:t>		- Năm vào làm.</a:t>
            </a:r>
            <a:endParaRPr/>
          </a:p>
          <a:p>
            <a:pPr indent="-342900" lvl="0" marL="342900" rtl="0" algn="l">
              <a:spcBef>
                <a:spcPts val="400"/>
              </a:spcBef>
              <a:spcAft>
                <a:spcPts val="0"/>
              </a:spcAft>
              <a:buSzPts val="1400"/>
              <a:buNone/>
            </a:pPr>
            <a:r>
              <a:rPr lang="en-US" sz="2000"/>
              <a:t>	Ngoài lương được tính như trên, mỗi nhân viên còn được phụ cấp một khoảng tiền là 500000. Và khoảng tiền này cứ tăng thêm 50000 cho mỗi năm công tác ở công ty.</a:t>
            </a:r>
            <a:endParaRPr/>
          </a:p>
          <a:p>
            <a:pPr indent="-342900" lvl="0" marL="342900" rtl="0" algn="l">
              <a:spcBef>
                <a:spcPts val="400"/>
              </a:spcBef>
              <a:spcAft>
                <a:spcPts val="0"/>
              </a:spcAft>
              <a:buSzPts val="1400"/>
              <a:buNone/>
            </a:pPr>
            <a:r>
              <a:rPr lang="en-US" sz="2000"/>
              <a:t>	Viết chương trình:</a:t>
            </a:r>
            <a:br>
              <a:rPr lang="en-US" sz="2000"/>
            </a:br>
            <a:r>
              <a:rPr lang="en-US" sz="2000"/>
              <a:t>	- Nhập vào danh sách nhân viên công ty.</a:t>
            </a:r>
            <a:endParaRPr/>
          </a:p>
          <a:p>
            <a:pPr indent="-342900" lvl="0" marL="342900" rtl="0" algn="l">
              <a:spcBef>
                <a:spcPts val="400"/>
              </a:spcBef>
              <a:spcAft>
                <a:spcPts val="0"/>
              </a:spcAft>
              <a:buSzPts val="1400"/>
              <a:buNone/>
            </a:pPr>
            <a:r>
              <a:rPr lang="en-US" sz="2000"/>
              <a:t>		- Tính tổng số tiền công ty phải trả cho nhân viên mỗi tháng.</a:t>
            </a:r>
            <a:endParaRPr/>
          </a:p>
        </p:txBody>
      </p:sp>
      <p:sp>
        <p:nvSpPr>
          <p:cNvPr id="224" name="Google Shape;224;p18"/>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25" name="Google Shape;225;p18"/>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9" name="Shape 229"/>
        <p:cNvGrpSpPr/>
        <p:nvPr/>
      </p:nvGrpSpPr>
      <p:grpSpPr>
        <a:xfrm>
          <a:off x="0" y="0"/>
          <a:ext cx="0" cy="0"/>
          <a:chOff x="0" y="0"/>
          <a:chExt cx="0" cy="0"/>
        </a:xfrm>
      </p:grpSpPr>
      <p:sp>
        <p:nvSpPr>
          <p:cNvPr id="230" name="Google Shape;230;p19"/>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31" name="Google Shape;231;p19"/>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10.4:</a:t>
            </a:r>
            <a:endParaRPr/>
          </a:p>
          <a:p>
            <a:pPr indent="-342900" lvl="0" marL="342900" rtl="0" algn="l">
              <a:spcBef>
                <a:spcPts val="400"/>
              </a:spcBef>
              <a:spcAft>
                <a:spcPts val="0"/>
              </a:spcAft>
              <a:buSzPts val="1400"/>
              <a:buNone/>
            </a:pPr>
            <a:r>
              <a:rPr lang="en-US" sz="2000"/>
              <a:t>	Một khách sạn 5 sao có 3 loại phòng:</a:t>
            </a:r>
            <a:endParaRPr/>
          </a:p>
          <a:p>
            <a:pPr indent="-342900" lvl="0" marL="342900" rtl="0" algn="l">
              <a:spcBef>
                <a:spcPts val="400"/>
              </a:spcBef>
              <a:spcAft>
                <a:spcPts val="0"/>
              </a:spcAft>
              <a:buSzPts val="1400"/>
              <a:buNone/>
            </a:pPr>
            <a:r>
              <a:rPr lang="en-US" sz="2000"/>
              <a:t>		- Phòng loại A, đơn giá 300 USD / ngày.</a:t>
            </a:r>
            <a:endParaRPr/>
          </a:p>
          <a:p>
            <a:pPr indent="-342900" lvl="0" marL="342900" rtl="0" algn="l">
              <a:spcBef>
                <a:spcPts val="400"/>
              </a:spcBef>
              <a:spcAft>
                <a:spcPts val="0"/>
              </a:spcAft>
              <a:buSzPts val="1400"/>
              <a:buNone/>
            </a:pPr>
            <a:r>
              <a:rPr lang="en-US" sz="2000"/>
              <a:t>		- Phòng loại B, đơn giá 200 USD / ngày.</a:t>
            </a:r>
            <a:endParaRPr sz="2000"/>
          </a:p>
          <a:p>
            <a:pPr indent="-342900" lvl="0" marL="342900" rtl="0" algn="l">
              <a:spcBef>
                <a:spcPts val="400"/>
              </a:spcBef>
              <a:spcAft>
                <a:spcPts val="0"/>
              </a:spcAft>
              <a:buSzPts val="1400"/>
              <a:buNone/>
            </a:pPr>
            <a:r>
              <a:rPr lang="en-US" sz="2000"/>
              <a:t>		- Phòng loại C, đơn giá 100 USD / ngày.</a:t>
            </a:r>
            <a:endParaRPr sz="2000"/>
          </a:p>
          <a:p>
            <a:pPr indent="-342900" lvl="0" marL="342900" rtl="0" algn="l">
              <a:spcBef>
                <a:spcPts val="400"/>
              </a:spcBef>
              <a:spcAft>
                <a:spcPts val="0"/>
              </a:spcAft>
              <a:buSzPts val="1400"/>
              <a:buNone/>
            </a:pPr>
            <a:r>
              <a:rPr lang="en-US" sz="2000"/>
              <a:t>	Tiền thuê phòng = đơn giá * số ngày thuê.</a:t>
            </a:r>
            <a:endParaRPr/>
          </a:p>
          <a:p>
            <a:pPr indent="-342900" lvl="0" marL="342900" rtl="0" algn="l">
              <a:spcBef>
                <a:spcPts val="400"/>
              </a:spcBef>
              <a:spcAft>
                <a:spcPts val="0"/>
              </a:spcAft>
              <a:buSzPts val="1400"/>
              <a:buNone/>
            </a:pPr>
            <a:r>
              <a:rPr lang="en-US" sz="2000"/>
              <a:t>	Khách ở phòng loại A được sử dụng một số dịch vụ của khách sạn. Tiền sử dụng dịch vụ được cộng vào tiền thuê phòng của khách.</a:t>
            </a:r>
            <a:endParaRPr/>
          </a:p>
          <a:p>
            <a:pPr indent="-342900" lvl="0" marL="342900" rtl="0" algn="l">
              <a:spcBef>
                <a:spcPts val="400"/>
              </a:spcBef>
              <a:spcAft>
                <a:spcPts val="0"/>
              </a:spcAft>
              <a:buSzPts val="1400"/>
              <a:buNone/>
            </a:pPr>
            <a:r>
              <a:rPr lang="en-US" sz="2000"/>
              <a:t>	Đặc biệt khách sạn có chính sách giảm giá 10% từ ngày thứ 10 trở đi cho những khách thuê phòng loại A và B.</a:t>
            </a:r>
            <a:endParaRPr/>
          </a:p>
          <a:p>
            <a:pPr indent="-342900" lvl="0" marL="342900" rtl="0" algn="l">
              <a:spcBef>
                <a:spcPts val="400"/>
              </a:spcBef>
              <a:spcAft>
                <a:spcPts val="0"/>
              </a:spcAft>
              <a:buSzPts val="1400"/>
              <a:buNone/>
            </a:pPr>
            <a:r>
              <a:rPr lang="en-US" sz="2000"/>
              <a:t>	Viết chương trình:</a:t>
            </a:r>
            <a:endParaRPr/>
          </a:p>
          <a:p>
            <a:pPr indent="-342900" lvl="0" marL="342900" rtl="0" algn="l">
              <a:spcBef>
                <a:spcPts val="400"/>
              </a:spcBef>
              <a:spcAft>
                <a:spcPts val="0"/>
              </a:spcAft>
              <a:buSzPts val="1400"/>
              <a:buNone/>
            </a:pPr>
            <a:r>
              <a:rPr lang="en-US" sz="2000"/>
              <a:t>		- Nhập vào thông tin thuê phòng.</a:t>
            </a:r>
            <a:endParaRPr sz="2000"/>
          </a:p>
          <a:p>
            <a:pPr indent="-342900" lvl="0" marL="342900" rtl="0" algn="l">
              <a:spcBef>
                <a:spcPts val="400"/>
              </a:spcBef>
              <a:spcAft>
                <a:spcPts val="0"/>
              </a:spcAft>
              <a:buSzPts val="1400"/>
              <a:buNone/>
            </a:pPr>
            <a:r>
              <a:rPr lang="en-US" sz="2000"/>
              <a:t>		- Tính tổng tiền thuê phòng.</a:t>
            </a:r>
            <a:endParaRPr sz="2000"/>
          </a:p>
          <a:p>
            <a:pPr indent="-342900" lvl="0" marL="342900" rtl="0" algn="l">
              <a:spcBef>
                <a:spcPts val="640"/>
              </a:spcBef>
              <a:spcAft>
                <a:spcPts val="0"/>
              </a:spcAft>
              <a:buSzPts val="2240"/>
              <a:buNone/>
            </a:pPr>
            <a:r>
              <a:t/>
            </a:r>
            <a:endParaRPr/>
          </a:p>
        </p:txBody>
      </p:sp>
      <p:sp>
        <p:nvSpPr>
          <p:cNvPr id="232" name="Google Shape;232;p19"/>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33" name="Google Shape;233;p19"/>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7" name="Shape 237"/>
        <p:cNvGrpSpPr/>
        <p:nvPr/>
      </p:nvGrpSpPr>
      <p:grpSpPr>
        <a:xfrm>
          <a:off x="0" y="0"/>
          <a:ext cx="0" cy="0"/>
          <a:chOff x="0" y="0"/>
          <a:chExt cx="0" cy="0"/>
        </a:xfrm>
      </p:grpSpPr>
      <p:sp>
        <p:nvSpPr>
          <p:cNvPr id="238" name="Google Shape;238;p20"/>
          <p:cNvSpPr txBox="1"/>
          <p:nvPr>
            <p:ph type="title"/>
          </p:nvPr>
        </p:nvSpPr>
        <p:spPr>
          <a:xfrm>
            <a:off x="304800" y="0"/>
            <a:ext cx="8610600" cy="914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239" name="Google Shape;239;p20"/>
          <p:cNvSpPr txBox="1"/>
          <p:nvPr>
            <p:ph idx="1" type="body"/>
          </p:nvPr>
        </p:nvSpPr>
        <p:spPr>
          <a:xfrm>
            <a:off x="304800" y="1143000"/>
            <a:ext cx="8610600" cy="5181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a:t>Bài tập 10.5:</a:t>
            </a:r>
            <a:endParaRPr/>
          </a:p>
          <a:p>
            <a:pPr indent="-342900" lvl="0" marL="342900" rtl="0" algn="l">
              <a:spcBef>
                <a:spcPts val="400"/>
              </a:spcBef>
              <a:spcAft>
                <a:spcPts val="0"/>
              </a:spcAft>
              <a:buSzPts val="1400"/>
              <a:buNone/>
            </a:pPr>
            <a:r>
              <a:rPr lang="en-US" sz="2000"/>
              <a:t>	Một công ty kinh doanh bất động sản sở hữu N miếng đất. Mỗi miếng đất có những thông tin sau:</a:t>
            </a:r>
            <a:br>
              <a:rPr lang="en-US" sz="2000"/>
            </a:br>
            <a:r>
              <a:rPr lang="en-US" sz="2000"/>
              <a:t>	- Mã số (ví dụ: MD001).</a:t>
            </a:r>
            <a:br>
              <a:rPr lang="en-US" sz="2000"/>
            </a:br>
            <a:r>
              <a:rPr lang="en-US" sz="2000"/>
              <a:t>	- Đơn giá một m2.</a:t>
            </a:r>
            <a:endParaRPr/>
          </a:p>
          <a:p>
            <a:pPr indent="-342900" lvl="0" marL="342900" rtl="0" algn="l">
              <a:spcBef>
                <a:spcPts val="400"/>
              </a:spcBef>
              <a:spcAft>
                <a:spcPts val="0"/>
              </a:spcAft>
              <a:buSzPts val="1400"/>
              <a:buNone/>
            </a:pPr>
            <a:r>
              <a:rPr lang="en-US" sz="2000"/>
              <a:t>	Ngoài ra, mỗi miếng đất tùy theo hình dạng còn có những thông tin riêng. Hiện có 2 loại hình dạng:</a:t>
            </a:r>
            <a:br>
              <a:rPr lang="en-US" sz="2000"/>
            </a:br>
            <a:r>
              <a:rPr lang="en-US" sz="2000"/>
              <a:t>	- Hình chữ nhật: diện tích = dài x rộng.</a:t>
            </a:r>
            <a:br>
              <a:rPr lang="en-US" sz="2000"/>
            </a:br>
            <a:r>
              <a:rPr lang="en-US" sz="2000"/>
              <a:t>	- Hình thang: diện tích = (đáy lớn + đáy nhỏ) * chiều cao / 2.</a:t>
            </a:r>
            <a:endParaRPr/>
          </a:p>
          <a:p>
            <a:pPr indent="-342900" lvl="0" marL="342900" rtl="0" algn="l">
              <a:spcBef>
                <a:spcPts val="400"/>
              </a:spcBef>
              <a:spcAft>
                <a:spcPts val="0"/>
              </a:spcAft>
              <a:buSzPts val="1400"/>
              <a:buNone/>
            </a:pPr>
            <a:r>
              <a:rPr lang="en-US" sz="2000"/>
              <a:t>	Miếng đất hình thang được công ty giảm giá 5%.</a:t>
            </a:r>
            <a:endParaRPr/>
          </a:p>
          <a:p>
            <a:pPr indent="-342900" lvl="0" marL="342900" rtl="0" algn="l">
              <a:spcBef>
                <a:spcPts val="400"/>
              </a:spcBef>
              <a:spcAft>
                <a:spcPts val="0"/>
              </a:spcAft>
              <a:buSzPts val="1400"/>
              <a:buNone/>
            </a:pPr>
            <a:r>
              <a:rPr lang="en-US" sz="2000"/>
              <a:t>	Viết chương trình:</a:t>
            </a:r>
            <a:br>
              <a:rPr lang="en-US" sz="2000"/>
            </a:br>
            <a:r>
              <a:rPr lang="en-US" sz="2000"/>
              <a:t>	- Nhập danh sách những miếng đất của công ty.</a:t>
            </a:r>
            <a:br>
              <a:rPr lang="en-US" sz="2000"/>
            </a:br>
            <a:r>
              <a:rPr lang="en-US" sz="2000"/>
              <a:t>	- Tính tổng diện tích các miếng đất.</a:t>
            </a:r>
            <a:br>
              <a:rPr lang="en-US" sz="2000"/>
            </a:br>
            <a:r>
              <a:rPr lang="en-US" sz="2000"/>
              <a:t>	- Tính tổng giá tiền của các miếng đất.</a:t>
            </a:r>
            <a:endParaRPr/>
          </a:p>
          <a:p>
            <a:pPr indent="-342900" lvl="0" marL="342900" rtl="0" algn="l">
              <a:spcBef>
                <a:spcPts val="400"/>
              </a:spcBef>
              <a:spcAft>
                <a:spcPts val="0"/>
              </a:spcAft>
              <a:buSzPts val="1400"/>
              <a:buNone/>
            </a:pPr>
            <a:r>
              <a:t/>
            </a:r>
            <a:endParaRPr sz="2000"/>
          </a:p>
        </p:txBody>
      </p:sp>
      <p:sp>
        <p:nvSpPr>
          <p:cNvPr id="240" name="Google Shape;240;p20"/>
          <p:cNvSpPr txBox="1"/>
          <p:nvPr>
            <p:ph idx="12" type="sldNum"/>
          </p:nvPr>
        </p:nvSpPr>
        <p:spPr>
          <a:xfrm>
            <a:off x="6781800" y="6477000"/>
            <a:ext cx="2133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200"/>
              <a:buNone/>
            </a:pPr>
            <a:fld id="{00000000-1234-1234-1234-123412341234}" type="slidenum">
              <a:rPr lang="en-US"/>
              <a:t>‹#›</a:t>
            </a:fld>
            <a:endParaRPr/>
          </a:p>
        </p:txBody>
      </p:sp>
      <p:sp>
        <p:nvSpPr>
          <p:cNvPr id="241" name="Google Shape;241;p20"/>
          <p:cNvSpPr txBox="1"/>
          <p:nvPr>
            <p:ph idx="11" type="ftr"/>
          </p:nvPr>
        </p:nvSpPr>
        <p:spPr>
          <a:xfrm>
            <a:off x="304800" y="6477000"/>
            <a:ext cx="63246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200"/>
              <a:buNone/>
            </a:pPr>
            <a:r>
              <a:rPr lang="en-US"/>
              <a:t>Phương pháp lập trình hướng đối tượng  - Nguyễn Minh Huy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2005-11-21T10:16:26Z</dcterms:created>
  <dc:creator>Nguyen Minh Huy</dc:creator>
</cp:coreProperties>
</file>